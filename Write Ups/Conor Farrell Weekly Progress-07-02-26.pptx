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EB52-E89D-D55A-1120-50F31D56B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D0C14-1A47-70DF-E133-441A369C1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E0ECF-6304-A572-4863-CE8B9697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AD83C-16F1-8AAE-7037-455988F9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836AE-8157-C9D0-1165-A1F467DD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751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AD7F-37F0-C9E0-6069-E49B180E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34C84-6204-D552-50A3-AA19CF767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A341-F64C-A7D7-BBAA-B639E046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3B3C-3D82-AA52-6CF2-4A888400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0A8F0-AE47-74FD-F811-90344CA9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712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2E7A-CCAE-F867-868E-6E28FAAA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503A7-1345-D5CA-9588-D2BB2B6DD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03AF7-B60E-C303-A4D1-2800419A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827F3-7004-75A5-E1A1-BF0EFA28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35FBF-6D1E-0016-5621-BB91922D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268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30E2A-B62D-51A1-7443-BE3AC3E2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F7E2-C986-AFCF-F3D5-8656A01CD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D5D11-2800-E9E2-EB13-D743EEF0E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FD218-8480-1DFE-5F54-949B02C0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D27FC-9B73-C945-27D9-B9F3D1F1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5BEA9-2081-B72E-905E-28271E54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744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C4F0-C0C9-3489-F527-BF849ED0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63BDF-3043-A374-214F-662982664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45CA9-C156-CC85-4D70-DD5FAC3F6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9E1CD-C986-9570-7421-91260F4B1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35D77-8D55-B21B-861F-EAECC2007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7394C-4179-06F9-D344-795FA950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BE6679-04B1-C108-8FBA-F463B85E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92468-EDEE-3012-BD2B-D206FF00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341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BCA03-2EAE-761A-DD49-55A0CF90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494AD-E454-3A54-64C7-F4160C90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7AC8E-A3FA-4962-8A3A-9F19486B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ED679-49BC-3FB3-1671-3FDFEB07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2952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ACF2E5-9E2C-15F3-AD71-06A0EEB4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21879-9CF7-41B0-33C7-E4C2B271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6B776-934F-1F5D-0758-1AEC816C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593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1A46-7718-97BF-B442-D4C429725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F396E-2A37-A63D-C9E1-4181FD97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F60E7-430A-2A9B-2855-39C1EFFD6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866B1-7F03-B198-88F6-CC02698C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49A3D-ECC3-8C23-6D50-FA335382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D88B9-39C7-EE16-4E33-30F7694D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3206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CA51-3291-5FCE-B254-92F9ACB5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DA86A-6A5F-D7D5-836B-35E745468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269F6-E51D-42C6-03F4-08D3E7BEA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B538B-797F-1EA6-ACB7-E5899CB7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3575E-6AC5-367C-63EC-F540B5BD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56EDF-C2E0-A580-C9E1-F38A99E7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95736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200F-9D23-F597-4A44-6BB9CFDD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44B24-B4BF-6DF3-BB90-7570EAD16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18A7-E670-B6FC-B3DE-D3F78F5E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869C1-005A-FCD0-8287-CFAD3BFC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3CC8C-2015-A394-D439-AC81D521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5404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11082-D6C2-5108-9B94-926E9DA1E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1D7E6-F51D-1E83-231D-4935D0AC5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A5F19-2EFA-454A-3855-BA8F0A58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749C0-A887-2455-B023-3233E518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B3935-702E-C5F3-126D-62AD5445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4530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8EC10-D6A6-CF35-64D4-1109284D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BDC34-F724-8EDC-4320-0563C7A18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010FA-3C5E-D567-44C7-E04DC93FB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3467E-FF4A-4BEA-8797-805586ADDB3C}" type="datetimeFigureOut">
              <a:rPr lang="en-IE" smtClean="0"/>
              <a:t>06/02/2026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938D6-6E91-468C-75D4-DB1F11826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7AD08-3E4F-7B58-63DD-A27ED8EE2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E9272-8C12-49E2-9D13-AE5A32976AE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850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A80C-3AB2-5456-7783-803817A6E5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Conor Farrell Weekly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9ABFB-2992-98D5-0EDB-43184923C3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06/02/26</a:t>
            </a:r>
          </a:p>
        </p:txBody>
      </p:sp>
    </p:spTree>
    <p:extLst>
      <p:ext uri="{BB962C8B-B14F-4D97-AF65-F5344CB8AC3E}">
        <p14:creationId xmlns:p14="http://schemas.microsoft.com/office/powerpoint/2010/main" val="337358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5C1A-9C8A-EBE8-1F74-5FCE3763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Power Electronics Bring Up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7E61BC-F3FC-2C51-C43F-73FBF0017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439" y="1414463"/>
            <a:ext cx="2465211" cy="4904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372A3-A04A-8FA6-82BE-8AFD9BA4456B}"/>
              </a:ext>
            </a:extLst>
          </p:cNvPr>
          <p:cNvSpPr txBox="1"/>
          <p:nvPr/>
        </p:nvSpPr>
        <p:spPr>
          <a:xfrm>
            <a:off x="5553075" y="1495425"/>
            <a:ext cx="60102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Problem</a:t>
            </a:r>
            <a:br>
              <a:rPr lang="en-IE" b="1" dirty="0"/>
            </a:br>
            <a:r>
              <a:rPr lang="en-IE" dirty="0"/>
              <a:t>On power up, board went to constant current</a:t>
            </a:r>
            <a:br>
              <a:rPr lang="en-IE" dirty="0"/>
            </a:br>
            <a:r>
              <a:rPr lang="en-IE" dirty="0"/>
              <a:t>~0.8V, 250mA(current limit)</a:t>
            </a:r>
          </a:p>
          <a:p>
            <a:endParaRPr lang="en-IE" b="1" dirty="0"/>
          </a:p>
          <a:p>
            <a:r>
              <a:rPr lang="en-IE" b="1" dirty="0"/>
              <a:t>Investigation</a:t>
            </a:r>
          </a:p>
          <a:p>
            <a:r>
              <a:rPr lang="en-IE" dirty="0"/>
              <a:t>Checked hotspots with thermal camera. Saw U9 (Soft Start Gate Driver) was heating up.</a:t>
            </a:r>
          </a:p>
          <a:p>
            <a:r>
              <a:rPr lang="en-IE" dirty="0"/>
              <a:t>Desoldered IC and the issue still appeared.</a:t>
            </a:r>
          </a:p>
          <a:p>
            <a:r>
              <a:rPr lang="en-IE" dirty="0"/>
              <a:t>Checked Diode drop across TVS diodes (D3, D4) with multimeter. </a:t>
            </a:r>
            <a:r>
              <a:rPr lang="en-IE" dirty="0" err="1"/>
              <a:t>P_in</a:t>
            </a:r>
            <a:r>
              <a:rPr lang="en-IE" dirty="0"/>
              <a:t> -&gt; AGND had a 0.6V drop, AGND-&gt;</a:t>
            </a:r>
            <a:r>
              <a:rPr lang="en-IE" dirty="0" err="1"/>
              <a:t>P_in</a:t>
            </a:r>
            <a:r>
              <a:rPr lang="en-IE" dirty="0"/>
              <a:t> was open circuit.</a:t>
            </a:r>
          </a:p>
          <a:p>
            <a:endParaRPr lang="en-IE" dirty="0"/>
          </a:p>
          <a:p>
            <a:r>
              <a:rPr lang="en-IE" b="1" dirty="0"/>
              <a:t>Solution</a:t>
            </a:r>
          </a:p>
          <a:p>
            <a:r>
              <a:rPr lang="en-IE" dirty="0"/>
              <a:t>D3 and D4 desoldered and reorientated.</a:t>
            </a:r>
          </a:p>
        </p:txBody>
      </p:sp>
    </p:spTree>
    <p:extLst>
      <p:ext uri="{BB962C8B-B14F-4D97-AF65-F5344CB8AC3E}">
        <p14:creationId xmlns:p14="http://schemas.microsoft.com/office/powerpoint/2010/main" val="422109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4851A-C41A-57B5-846D-9BEFBEE35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92"/>
            <a:ext cx="10515600" cy="796925"/>
          </a:xfrm>
        </p:spPr>
        <p:txBody>
          <a:bodyPr/>
          <a:lstStyle/>
          <a:p>
            <a:r>
              <a:rPr lang="en-IE" dirty="0"/>
              <a:t>LED Turn On</a:t>
            </a:r>
          </a:p>
        </p:txBody>
      </p:sp>
      <p:pic>
        <p:nvPicPr>
          <p:cNvPr id="4" name="WhatsApp Video 2026-02-04 at 14.10.08">
            <a:hlinkClick r:id="" action="ppaction://media"/>
            <a:extLst>
              <a:ext uri="{FF2B5EF4-FFF2-40B4-BE49-F238E27FC236}">
                <a16:creationId xmlns:a16="http://schemas.microsoft.com/office/drawing/2014/main" id="{5A5214A3-B31C-DA9B-9CF8-82BE4418389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97775" y="171192"/>
            <a:ext cx="3632200" cy="651561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0D1C41-7DDD-8F3B-5576-959C565F8808}"/>
              </a:ext>
            </a:extLst>
          </p:cNvPr>
          <p:cNvSpPr txBox="1"/>
          <p:nvPr/>
        </p:nvSpPr>
        <p:spPr>
          <a:xfrm>
            <a:off x="838200" y="1287283"/>
            <a:ext cx="5943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Power Rail LEDs:</a:t>
            </a:r>
          </a:p>
          <a:p>
            <a:pPr marL="285750" indent="-285750">
              <a:buFontTx/>
              <a:buChar char="-"/>
            </a:pPr>
            <a:r>
              <a:rPr lang="en-IE" dirty="0"/>
              <a:t>Red LEDs indicate 3.3V and 11V rails</a:t>
            </a:r>
          </a:p>
          <a:p>
            <a:pPr marL="285750" indent="-285750">
              <a:buFontTx/>
              <a:buChar char="-"/>
            </a:pPr>
            <a:endParaRPr lang="en-IE" dirty="0"/>
          </a:p>
          <a:p>
            <a:pPr marL="285750" indent="-285750">
              <a:buFontTx/>
              <a:buChar char="-"/>
            </a:pPr>
            <a:r>
              <a:rPr lang="en-IE" dirty="0"/>
              <a:t>Power Supply drew 2mA on power up (with LEDs disconnected) @ 18V</a:t>
            </a:r>
          </a:p>
          <a:p>
            <a:r>
              <a:rPr lang="en-IE" b="1" dirty="0"/>
              <a:t>Damage:</a:t>
            </a:r>
          </a:p>
          <a:p>
            <a:r>
              <a:rPr lang="en-IE" dirty="0"/>
              <a:t>1 board missing U9 soft start IC. Shorted Soft Start resistor. Will use for testing as a sacrificial board.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E1F511-E239-C649-D7D1-3CA6E9868D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3" r="9338" b="16425"/>
          <a:stretch>
            <a:fillRect/>
          </a:stretch>
        </p:blipFill>
        <p:spPr>
          <a:xfrm>
            <a:off x="3375027" y="3595607"/>
            <a:ext cx="2543174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0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09ED-92CD-8E7C-F84C-23D6D5A6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Power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84E35-B960-2F48-A143-7CB96025F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Circuit Design</a:t>
            </a:r>
          </a:p>
          <a:p>
            <a:endParaRPr lang="en-IE" dirty="0"/>
          </a:p>
          <a:p>
            <a:r>
              <a:rPr lang="en-IE" dirty="0"/>
              <a:t>Altium Schematic Started, all components imported.</a:t>
            </a:r>
          </a:p>
        </p:txBody>
      </p:sp>
    </p:spTree>
    <p:extLst>
      <p:ext uri="{BB962C8B-B14F-4D97-AF65-F5344CB8AC3E}">
        <p14:creationId xmlns:p14="http://schemas.microsoft.com/office/powerpoint/2010/main" val="4250133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5769-7EA8-8916-AB31-7805B7E1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Goal for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CABC-EA9B-B953-8161-45F2A74B1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Track Test – (Monday) - No goals beside running the car well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Test Gate Drivers – Tuesday – No load Testing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Test Current Sensors – Thursday Morning – Minimum 2A load required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Build Current Controller on Breadboard – Tuesday, Wednesday, Thursday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Schematic Design – Finished End of Next Week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1222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219</Words>
  <Application>Microsoft Office PowerPoint</Application>
  <PresentationFormat>Widescreen</PresentationFormat>
  <Paragraphs>29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Conor Farrell Weekly Progress</vt:lpstr>
      <vt:lpstr>Power Electronics Bring Up </vt:lpstr>
      <vt:lpstr>LED Turn On</vt:lpstr>
      <vt:lpstr>Power Controller</vt:lpstr>
      <vt:lpstr>Goal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conor farrell</dc:creator>
  <cp:lastModifiedBy>conor farrell</cp:lastModifiedBy>
  <cp:revision>1</cp:revision>
  <dcterms:created xsi:type="dcterms:W3CDTF">2026-02-06T12:05:31Z</dcterms:created>
  <dcterms:modified xsi:type="dcterms:W3CDTF">2026-02-07T18:38:02Z</dcterms:modified>
</cp:coreProperties>
</file>