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65" r:id="rId3"/>
    <p:sldId id="257" r:id="rId4"/>
    <p:sldId id="258" r:id="rId5"/>
    <p:sldId id="263" r:id="rId6"/>
    <p:sldId id="259" r:id="rId7"/>
    <p:sldId id="266" r:id="rId8"/>
    <p:sldId id="267" r:id="rId9"/>
    <p:sldId id="262" r:id="rId10"/>
    <p:sldId id="260" r:id="rId11"/>
    <p:sldId id="261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35D00"/>
    <a:srgbClr val="14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79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8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E:\Documents\Masters\Project\Investigations\RoryEganVerificatio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E" noProof="0" dirty="0"/>
              <a:t>Motor</a:t>
            </a:r>
            <a:r>
              <a:rPr lang="en-IE" baseline="0" noProof="0" dirty="0"/>
              <a:t> Efficiency vs Duty Cycle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9.1434530804984704E-2"/>
          <c:y val="0.10121302731256027"/>
          <c:w val="0.86658842338193109"/>
          <c:h val="0.77783533907351476"/>
        </c:manualLayout>
      </c:layout>
      <c:scatterChart>
        <c:scatterStyle val="lineMarker"/>
        <c:varyColors val="0"/>
        <c:ser>
          <c:idx val="0"/>
          <c:order val="0"/>
          <c:tx>
            <c:v>Brushed RE50</c:v>
          </c:tx>
          <c:spPr>
            <a:ln w="2540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2"/>
            <c:spPr>
              <a:solidFill>
                <a:schemeClr val="accent1"/>
              </a:solidFill>
              <a:ln w="0">
                <a:solidFill>
                  <a:schemeClr val="accent1"/>
                </a:solidFill>
              </a:ln>
              <a:effectLst/>
            </c:spPr>
          </c:marker>
          <c:xVal>
            <c:numRef>
              <c:f>'Motor Efficiency Evaluation'!$C$5:$C$201</c:f>
              <c:numCache>
                <c:formatCode>0.0%</c:formatCode>
                <c:ptCount val="197"/>
                <c:pt idx="0">
                  <c:v>5.0000000000000001E-3</c:v>
                </c:pt>
                <c:pt idx="1">
                  <c:v>0.01</c:v>
                </c:pt>
                <c:pt idx="2">
                  <c:v>1.4999999999999999E-2</c:v>
                </c:pt>
                <c:pt idx="3">
                  <c:v>0.02</c:v>
                </c:pt>
                <c:pt idx="4">
                  <c:v>2.5000000000000001E-2</c:v>
                </c:pt>
                <c:pt idx="5">
                  <c:v>0.03</c:v>
                </c:pt>
                <c:pt idx="6">
                  <c:v>3.5000000000000003E-2</c:v>
                </c:pt>
                <c:pt idx="7">
                  <c:v>0.04</c:v>
                </c:pt>
                <c:pt idx="8">
                  <c:v>4.4999999999999998E-2</c:v>
                </c:pt>
                <c:pt idx="9">
                  <c:v>0.05</c:v>
                </c:pt>
                <c:pt idx="10">
                  <c:v>5.5E-2</c:v>
                </c:pt>
                <c:pt idx="11">
                  <c:v>0.06</c:v>
                </c:pt>
                <c:pt idx="12">
                  <c:v>6.5000000000000002E-2</c:v>
                </c:pt>
                <c:pt idx="13">
                  <c:v>7.0000000000000007E-2</c:v>
                </c:pt>
                <c:pt idx="14">
                  <c:v>7.4999999999999997E-2</c:v>
                </c:pt>
                <c:pt idx="15">
                  <c:v>0.08</c:v>
                </c:pt>
                <c:pt idx="16">
                  <c:v>8.5000000000000006E-2</c:v>
                </c:pt>
                <c:pt idx="17">
                  <c:v>0.09</c:v>
                </c:pt>
                <c:pt idx="18">
                  <c:v>9.5000000000000001E-2</c:v>
                </c:pt>
                <c:pt idx="19">
                  <c:v>0.1</c:v>
                </c:pt>
                <c:pt idx="20">
                  <c:v>0.105</c:v>
                </c:pt>
                <c:pt idx="21">
                  <c:v>0.11</c:v>
                </c:pt>
                <c:pt idx="22">
                  <c:v>0.115</c:v>
                </c:pt>
                <c:pt idx="23">
                  <c:v>0.12</c:v>
                </c:pt>
                <c:pt idx="24">
                  <c:v>0.125</c:v>
                </c:pt>
                <c:pt idx="25">
                  <c:v>0.13</c:v>
                </c:pt>
                <c:pt idx="26">
                  <c:v>0.13500000000000001</c:v>
                </c:pt>
                <c:pt idx="27">
                  <c:v>0.14000000000000001</c:v>
                </c:pt>
                <c:pt idx="28">
                  <c:v>0.14499999999999999</c:v>
                </c:pt>
                <c:pt idx="29">
                  <c:v>0.15</c:v>
                </c:pt>
                <c:pt idx="30">
                  <c:v>0.155</c:v>
                </c:pt>
                <c:pt idx="31">
                  <c:v>0.16</c:v>
                </c:pt>
                <c:pt idx="32">
                  <c:v>0.16500000000000001</c:v>
                </c:pt>
                <c:pt idx="33">
                  <c:v>0.17</c:v>
                </c:pt>
                <c:pt idx="34">
                  <c:v>0.17499999999999999</c:v>
                </c:pt>
                <c:pt idx="35">
                  <c:v>0.18</c:v>
                </c:pt>
                <c:pt idx="36">
                  <c:v>0.185</c:v>
                </c:pt>
                <c:pt idx="37">
                  <c:v>0.19</c:v>
                </c:pt>
                <c:pt idx="38">
                  <c:v>0.19500000000000001</c:v>
                </c:pt>
                <c:pt idx="39">
                  <c:v>0.2</c:v>
                </c:pt>
                <c:pt idx="40">
                  <c:v>0.20499999999999999</c:v>
                </c:pt>
                <c:pt idx="41">
                  <c:v>0.21</c:v>
                </c:pt>
                <c:pt idx="42">
                  <c:v>0.215</c:v>
                </c:pt>
                <c:pt idx="43">
                  <c:v>0.22</c:v>
                </c:pt>
                <c:pt idx="44">
                  <c:v>0.22500000000000001</c:v>
                </c:pt>
                <c:pt idx="45">
                  <c:v>0.23</c:v>
                </c:pt>
                <c:pt idx="46">
                  <c:v>0.23499999999999999</c:v>
                </c:pt>
                <c:pt idx="47">
                  <c:v>0.24</c:v>
                </c:pt>
                <c:pt idx="48">
                  <c:v>0.245</c:v>
                </c:pt>
                <c:pt idx="49">
                  <c:v>0.25</c:v>
                </c:pt>
                <c:pt idx="50">
                  <c:v>0.255</c:v>
                </c:pt>
                <c:pt idx="51">
                  <c:v>0.26</c:v>
                </c:pt>
                <c:pt idx="52">
                  <c:v>0.26500000000000001</c:v>
                </c:pt>
                <c:pt idx="53">
                  <c:v>0.27</c:v>
                </c:pt>
                <c:pt idx="54">
                  <c:v>0.27500000000000002</c:v>
                </c:pt>
                <c:pt idx="55">
                  <c:v>0.28000000000000003</c:v>
                </c:pt>
                <c:pt idx="56">
                  <c:v>0.28499999999999998</c:v>
                </c:pt>
                <c:pt idx="57">
                  <c:v>0.28999999999999998</c:v>
                </c:pt>
                <c:pt idx="58">
                  <c:v>0.29499999999999998</c:v>
                </c:pt>
                <c:pt idx="59">
                  <c:v>0.3</c:v>
                </c:pt>
                <c:pt idx="60">
                  <c:v>0.30499999999999999</c:v>
                </c:pt>
                <c:pt idx="61">
                  <c:v>0.31</c:v>
                </c:pt>
                <c:pt idx="62">
                  <c:v>0.315</c:v>
                </c:pt>
                <c:pt idx="63">
                  <c:v>0.32</c:v>
                </c:pt>
                <c:pt idx="64">
                  <c:v>0.32500000000000001</c:v>
                </c:pt>
                <c:pt idx="65">
                  <c:v>0.33</c:v>
                </c:pt>
                <c:pt idx="66">
                  <c:v>0.33500000000000002</c:v>
                </c:pt>
                <c:pt idx="67">
                  <c:v>0.34</c:v>
                </c:pt>
                <c:pt idx="68">
                  <c:v>0.34499999999999997</c:v>
                </c:pt>
                <c:pt idx="69">
                  <c:v>0.35</c:v>
                </c:pt>
                <c:pt idx="70">
                  <c:v>0.35499999999999998</c:v>
                </c:pt>
                <c:pt idx="71">
                  <c:v>0.36</c:v>
                </c:pt>
                <c:pt idx="72">
                  <c:v>0.36499999999999999</c:v>
                </c:pt>
                <c:pt idx="73">
                  <c:v>0.37</c:v>
                </c:pt>
                <c:pt idx="74">
                  <c:v>0.375</c:v>
                </c:pt>
                <c:pt idx="75">
                  <c:v>0.38</c:v>
                </c:pt>
                <c:pt idx="76">
                  <c:v>0.38500000000000001</c:v>
                </c:pt>
                <c:pt idx="77">
                  <c:v>0.39</c:v>
                </c:pt>
                <c:pt idx="78">
                  <c:v>0.39500000000000002</c:v>
                </c:pt>
                <c:pt idx="79">
                  <c:v>0.4</c:v>
                </c:pt>
                <c:pt idx="80">
                  <c:v>0.40500000000000003</c:v>
                </c:pt>
                <c:pt idx="81">
                  <c:v>0.41</c:v>
                </c:pt>
                <c:pt idx="82">
                  <c:v>0.41499999999999998</c:v>
                </c:pt>
                <c:pt idx="83">
                  <c:v>0.42</c:v>
                </c:pt>
                <c:pt idx="84">
                  <c:v>0.42499999999999999</c:v>
                </c:pt>
                <c:pt idx="85">
                  <c:v>0.43</c:v>
                </c:pt>
                <c:pt idx="86">
                  <c:v>0.435</c:v>
                </c:pt>
                <c:pt idx="87">
                  <c:v>0.44</c:v>
                </c:pt>
                <c:pt idx="88">
                  <c:v>0.44500000000000001</c:v>
                </c:pt>
                <c:pt idx="89">
                  <c:v>0.45</c:v>
                </c:pt>
                <c:pt idx="90">
                  <c:v>0.45500000000000002</c:v>
                </c:pt>
                <c:pt idx="91">
                  <c:v>0.46</c:v>
                </c:pt>
                <c:pt idx="92">
                  <c:v>0.46500000000000002</c:v>
                </c:pt>
                <c:pt idx="93">
                  <c:v>0.47</c:v>
                </c:pt>
                <c:pt idx="94">
                  <c:v>0.47499999999999998</c:v>
                </c:pt>
                <c:pt idx="95">
                  <c:v>0.48</c:v>
                </c:pt>
                <c:pt idx="96">
                  <c:v>0.48499999999999999</c:v>
                </c:pt>
                <c:pt idx="97">
                  <c:v>0.49</c:v>
                </c:pt>
                <c:pt idx="98">
                  <c:v>0.495</c:v>
                </c:pt>
                <c:pt idx="99">
                  <c:v>0.5</c:v>
                </c:pt>
                <c:pt idx="100">
                  <c:v>0.505</c:v>
                </c:pt>
                <c:pt idx="101">
                  <c:v>0.51</c:v>
                </c:pt>
                <c:pt idx="102">
                  <c:v>0.51500000000000001</c:v>
                </c:pt>
                <c:pt idx="103">
                  <c:v>0.52</c:v>
                </c:pt>
                <c:pt idx="104">
                  <c:v>0.52500000000000002</c:v>
                </c:pt>
                <c:pt idx="105">
                  <c:v>0.53</c:v>
                </c:pt>
                <c:pt idx="106">
                  <c:v>0.53500000000000003</c:v>
                </c:pt>
                <c:pt idx="107">
                  <c:v>0.54</c:v>
                </c:pt>
                <c:pt idx="108">
                  <c:v>0.54500000000000004</c:v>
                </c:pt>
                <c:pt idx="109">
                  <c:v>0.55000000000000004</c:v>
                </c:pt>
                <c:pt idx="110">
                  <c:v>0.55500000000000005</c:v>
                </c:pt>
                <c:pt idx="111">
                  <c:v>0.56000000000000005</c:v>
                </c:pt>
                <c:pt idx="112">
                  <c:v>0.56499999999999995</c:v>
                </c:pt>
                <c:pt idx="113">
                  <c:v>0.56999999999999995</c:v>
                </c:pt>
                <c:pt idx="114">
                  <c:v>0.57499999999999996</c:v>
                </c:pt>
                <c:pt idx="115">
                  <c:v>0.57999999999999996</c:v>
                </c:pt>
                <c:pt idx="116">
                  <c:v>0.58499999999999996</c:v>
                </c:pt>
                <c:pt idx="117">
                  <c:v>0.59</c:v>
                </c:pt>
                <c:pt idx="118">
                  <c:v>0.59499999999999997</c:v>
                </c:pt>
                <c:pt idx="119">
                  <c:v>0.6</c:v>
                </c:pt>
                <c:pt idx="120">
                  <c:v>0.60499999999999998</c:v>
                </c:pt>
                <c:pt idx="121">
                  <c:v>0.61</c:v>
                </c:pt>
                <c:pt idx="122">
                  <c:v>0.61499999999999999</c:v>
                </c:pt>
                <c:pt idx="123">
                  <c:v>0.62</c:v>
                </c:pt>
                <c:pt idx="124">
                  <c:v>0.625</c:v>
                </c:pt>
                <c:pt idx="125">
                  <c:v>0.63</c:v>
                </c:pt>
                <c:pt idx="126">
                  <c:v>0.63500000000000001</c:v>
                </c:pt>
                <c:pt idx="127">
                  <c:v>0.64</c:v>
                </c:pt>
                <c:pt idx="128">
                  <c:v>0.64500000000000002</c:v>
                </c:pt>
                <c:pt idx="129">
                  <c:v>0.65</c:v>
                </c:pt>
                <c:pt idx="130">
                  <c:v>0.65500000000000003</c:v>
                </c:pt>
                <c:pt idx="131">
                  <c:v>0.66</c:v>
                </c:pt>
                <c:pt idx="132">
                  <c:v>0.66500000000000004</c:v>
                </c:pt>
                <c:pt idx="133">
                  <c:v>0.67</c:v>
                </c:pt>
                <c:pt idx="134">
                  <c:v>0.67500000000000004</c:v>
                </c:pt>
                <c:pt idx="135">
                  <c:v>0.68</c:v>
                </c:pt>
                <c:pt idx="136">
                  <c:v>0.68500000000000005</c:v>
                </c:pt>
                <c:pt idx="137">
                  <c:v>0.69</c:v>
                </c:pt>
                <c:pt idx="138">
                  <c:v>0.69499999999999995</c:v>
                </c:pt>
                <c:pt idx="139">
                  <c:v>0.7</c:v>
                </c:pt>
                <c:pt idx="140">
                  <c:v>0.70499999999999996</c:v>
                </c:pt>
                <c:pt idx="141">
                  <c:v>0.71</c:v>
                </c:pt>
                <c:pt idx="142">
                  <c:v>0.71499999999999997</c:v>
                </c:pt>
                <c:pt idx="143">
                  <c:v>0.72</c:v>
                </c:pt>
                <c:pt idx="144">
                  <c:v>0.72499999999999998</c:v>
                </c:pt>
                <c:pt idx="145">
                  <c:v>0.73</c:v>
                </c:pt>
                <c:pt idx="146">
                  <c:v>0.73499999999999999</c:v>
                </c:pt>
                <c:pt idx="147">
                  <c:v>0.74</c:v>
                </c:pt>
                <c:pt idx="148">
                  <c:v>0.745</c:v>
                </c:pt>
                <c:pt idx="149">
                  <c:v>0.75</c:v>
                </c:pt>
                <c:pt idx="150">
                  <c:v>0.755</c:v>
                </c:pt>
                <c:pt idx="151">
                  <c:v>0.76</c:v>
                </c:pt>
                <c:pt idx="152">
                  <c:v>0.76500000000000001</c:v>
                </c:pt>
                <c:pt idx="153">
                  <c:v>0.77</c:v>
                </c:pt>
                <c:pt idx="154">
                  <c:v>0.77500000000000002</c:v>
                </c:pt>
                <c:pt idx="155">
                  <c:v>0.78</c:v>
                </c:pt>
                <c:pt idx="156">
                  <c:v>0.78500000000000003</c:v>
                </c:pt>
                <c:pt idx="157">
                  <c:v>0.79</c:v>
                </c:pt>
                <c:pt idx="158">
                  <c:v>0.79500000000000004</c:v>
                </c:pt>
                <c:pt idx="159">
                  <c:v>0.8</c:v>
                </c:pt>
                <c:pt idx="160">
                  <c:v>0.80500000000000005</c:v>
                </c:pt>
                <c:pt idx="161">
                  <c:v>0.81</c:v>
                </c:pt>
                <c:pt idx="162">
                  <c:v>0.81499999999999995</c:v>
                </c:pt>
                <c:pt idx="163">
                  <c:v>0.82</c:v>
                </c:pt>
                <c:pt idx="164">
                  <c:v>0.82499999999999996</c:v>
                </c:pt>
                <c:pt idx="165">
                  <c:v>0.83</c:v>
                </c:pt>
                <c:pt idx="166">
                  <c:v>0.83499999999999996</c:v>
                </c:pt>
                <c:pt idx="167">
                  <c:v>0.84</c:v>
                </c:pt>
                <c:pt idx="168">
                  <c:v>0.84499999999999997</c:v>
                </c:pt>
                <c:pt idx="169">
                  <c:v>0.85</c:v>
                </c:pt>
                <c:pt idx="170">
                  <c:v>0.85499999999999998</c:v>
                </c:pt>
                <c:pt idx="171">
                  <c:v>0.86</c:v>
                </c:pt>
                <c:pt idx="172">
                  <c:v>0.86499999999999999</c:v>
                </c:pt>
                <c:pt idx="173">
                  <c:v>0.87</c:v>
                </c:pt>
                <c:pt idx="174">
                  <c:v>0.875</c:v>
                </c:pt>
                <c:pt idx="175">
                  <c:v>0.88</c:v>
                </c:pt>
                <c:pt idx="176">
                  <c:v>0.88500000000000001</c:v>
                </c:pt>
                <c:pt idx="177">
                  <c:v>0.89</c:v>
                </c:pt>
                <c:pt idx="178">
                  <c:v>0.89500000000000002</c:v>
                </c:pt>
                <c:pt idx="179">
                  <c:v>0.9</c:v>
                </c:pt>
                <c:pt idx="180">
                  <c:v>0.90500000000000003</c:v>
                </c:pt>
                <c:pt idx="181">
                  <c:v>0.91</c:v>
                </c:pt>
                <c:pt idx="182">
                  <c:v>0.91500000000000004</c:v>
                </c:pt>
                <c:pt idx="183">
                  <c:v>0.92</c:v>
                </c:pt>
                <c:pt idx="184">
                  <c:v>0.92500000000000004</c:v>
                </c:pt>
                <c:pt idx="185">
                  <c:v>0.93</c:v>
                </c:pt>
                <c:pt idx="186">
                  <c:v>0.93500000000000005</c:v>
                </c:pt>
                <c:pt idx="187">
                  <c:v>0.94</c:v>
                </c:pt>
                <c:pt idx="188">
                  <c:v>0.94499999999999995</c:v>
                </c:pt>
                <c:pt idx="189">
                  <c:v>0.95</c:v>
                </c:pt>
                <c:pt idx="190">
                  <c:v>0.95499999999999996</c:v>
                </c:pt>
                <c:pt idx="191">
                  <c:v>0.96</c:v>
                </c:pt>
                <c:pt idx="192">
                  <c:v>0.96499999999999997</c:v>
                </c:pt>
                <c:pt idx="193">
                  <c:v>0.97</c:v>
                </c:pt>
                <c:pt idx="194">
                  <c:v>0.97499999999999998</c:v>
                </c:pt>
                <c:pt idx="195">
                  <c:v>0.98</c:v>
                </c:pt>
                <c:pt idx="196">
                  <c:v>0.98499999999999999</c:v>
                </c:pt>
              </c:numCache>
            </c:numRef>
          </c:xVal>
          <c:yVal>
            <c:numRef>
              <c:f>'Motor Efficiency Evaluation'!$J$5:$J$201</c:f>
              <c:numCache>
                <c:formatCode>0.00%</c:formatCode>
                <c:ptCount val="197"/>
                <c:pt idx="0">
                  <c:v>-3.8832458047741159</c:v>
                </c:pt>
                <c:pt idx="1">
                  <c:v>-1.4585160722452857</c:v>
                </c:pt>
                <c:pt idx="2">
                  <c:v>-0.65027282806900921</c:v>
                </c:pt>
                <c:pt idx="3">
                  <c:v>-0.24615120598087073</c:v>
                </c:pt>
                <c:pt idx="4">
                  <c:v>-3.6782327279877942E-3</c:v>
                </c:pt>
                <c:pt idx="5">
                  <c:v>0.15797041610726736</c:v>
                </c:pt>
                <c:pt idx="6">
                  <c:v>0.27343373670387838</c:v>
                </c:pt>
                <c:pt idx="7">
                  <c:v>0.36003122715133673</c:v>
                </c:pt>
                <c:pt idx="8">
                  <c:v>0.42738483083269307</c:v>
                </c:pt>
                <c:pt idx="9">
                  <c:v>0.48126771377777805</c:v>
                </c:pt>
                <c:pt idx="10">
                  <c:v>0.52535370891466582</c:v>
                </c:pt>
                <c:pt idx="11">
                  <c:v>0.56209203819540576</c:v>
                </c:pt>
                <c:pt idx="12">
                  <c:v>0.59317831681757027</c:v>
                </c:pt>
                <c:pt idx="13">
                  <c:v>0.61982369849371133</c:v>
                </c:pt>
                <c:pt idx="14">
                  <c:v>0.64291636261303364</c:v>
                </c:pt>
                <c:pt idx="15">
                  <c:v>0.66312244371744056</c:v>
                </c:pt>
                <c:pt idx="16">
                  <c:v>0.68095133880956427</c:v>
                </c:pt>
                <c:pt idx="17">
                  <c:v>0.69679924555811867</c:v>
                </c:pt>
                <c:pt idx="18">
                  <c:v>0.71097895159629887</c:v>
                </c:pt>
                <c:pt idx="19">
                  <c:v>0.72374068703066119</c:v>
                </c:pt>
                <c:pt idx="20">
                  <c:v>0.73528701909032212</c:v>
                </c:pt>
                <c:pt idx="21">
                  <c:v>0.74578368459910493</c:v>
                </c:pt>
                <c:pt idx="22">
                  <c:v>0.75536759658538488</c:v>
                </c:pt>
                <c:pt idx="23">
                  <c:v>0.76415284923947491</c:v>
                </c:pt>
                <c:pt idx="24">
                  <c:v>0.77223528168123767</c:v>
                </c:pt>
                <c:pt idx="25">
                  <c:v>0.77969598855055722</c:v>
                </c:pt>
                <c:pt idx="26">
                  <c:v>0.78660405046659376</c:v>
                </c:pt>
                <c:pt idx="27">
                  <c:v>0.79301867938862769</c:v>
                </c:pt>
                <c:pt idx="28">
                  <c:v>0.79899092010914208</c:v>
                </c:pt>
                <c:pt idx="29">
                  <c:v>0.80456501144828885</c:v>
                </c:pt>
                <c:pt idx="30">
                  <c:v>0.80977948399136157</c:v>
                </c:pt>
                <c:pt idx="31">
                  <c:v>0.8146680520004923</c:v>
                </c:pt>
                <c:pt idx="32">
                  <c:v>0.81926034316058471</c:v>
                </c:pt>
                <c:pt idx="33">
                  <c:v>0.82358249954655427</c:v>
                </c:pt>
                <c:pt idx="34">
                  <c:v>0.82765767556761083</c:v>
                </c:pt>
                <c:pt idx="35">
                  <c:v>0.83150645292083136</c:v>
                </c:pt>
                <c:pt idx="36">
                  <c:v>0.83514718825495848</c:v>
                </c:pt>
                <c:pt idx="37">
                  <c:v>0.83859630593992152</c:v>
                </c:pt>
                <c:pt idx="38">
                  <c:v>0.84186854579488613</c:v>
                </c:pt>
                <c:pt idx="39">
                  <c:v>0.84497717365710245</c:v>
                </c:pt>
                <c:pt idx="40">
                  <c:v>0.84793416113579623</c:v>
                </c:pt>
                <c:pt idx="41">
                  <c:v>0.85075033968693292</c:v>
                </c:pt>
                <c:pt idx="42">
                  <c:v>0.85343553318917975</c:v>
                </c:pt>
                <c:pt idx="43">
                  <c:v>0.85599867244132444</c:v>
                </c:pt>
                <c:pt idx="44">
                  <c:v>0.85844789439337377</c:v>
                </c:pt>
                <c:pt idx="45">
                  <c:v>0.86079062843446452</c:v>
                </c:pt>
                <c:pt idx="46">
                  <c:v>0.86303367166529588</c:v>
                </c:pt>
                <c:pt idx="47">
                  <c:v>0.86518325476150937</c:v>
                </c:pt>
                <c:pt idx="48">
                  <c:v>0.86724509977216313</c:v>
                </c:pt>
                <c:pt idx="49">
                  <c:v>0.86922447098239086</c:v>
                </c:pt>
                <c:pt idx="50">
                  <c:v>0.87112621979221749</c:v>
                </c:pt>
                <c:pt idx="51">
                  <c:v>0.87295482441705052</c:v>
                </c:pt>
                <c:pt idx="52">
                  <c:v>0.87471442509377706</c:v>
                </c:pt>
                <c:pt idx="53">
                  <c:v>0.87640885537506885</c:v>
                </c:pt>
                <c:pt idx="54">
                  <c:v>0.8780416700097684</c:v>
                </c:pt>
                <c:pt idx="55">
                  <c:v>0.8796161698360857</c:v>
                </c:pt>
                <c:pt idx="56">
                  <c:v>0.88113542405446232</c:v>
                </c:pt>
                <c:pt idx="57">
                  <c:v>0.88260229019634295</c:v>
                </c:pt>
                <c:pt idx="58">
                  <c:v>0.88401943206222788</c:v>
                </c:pt>
                <c:pt idx="59">
                  <c:v>0.8853893358659165</c:v>
                </c:pt>
                <c:pt idx="60">
                  <c:v>0.88671432479079548</c:v>
                </c:pt>
                <c:pt idx="61">
                  <c:v>0.88799657213745276</c:v>
                </c:pt>
                <c:pt idx="62">
                  <c:v>0.88923811321913671</c:v>
                </c:pt>
                <c:pt idx="63">
                  <c:v>0.89044085614201818</c:v>
                </c:pt>
                <c:pt idx="64">
                  <c:v>0.89160659159034927</c:v>
                </c:pt>
                <c:pt idx="65">
                  <c:v>0.89273700172206438</c:v>
                </c:pt>
                <c:pt idx="66">
                  <c:v>0.89383366826775823</c:v>
                </c:pt>
                <c:pt idx="67">
                  <c:v>0.89489807991504933</c:v>
                </c:pt>
                <c:pt idx="68">
                  <c:v>0.89593163905082429</c:v>
                </c:pt>
                <c:pt idx="69">
                  <c:v>0.89693566792557733</c:v>
                </c:pt>
                <c:pt idx="70">
                  <c:v>0.89791141429681642</c:v>
                </c:pt>
                <c:pt idx="71">
                  <c:v>0.89886005660218771</c:v>
                </c:pt>
                <c:pt idx="72">
                  <c:v>0.89978270870741162</c:v>
                </c:pt>
                <c:pt idx="73">
                  <c:v>0.90068042426925121</c:v>
                </c:pt>
                <c:pt idx="74">
                  <c:v>0.90155420074944204</c:v>
                </c:pt>
                <c:pt idx="75">
                  <c:v>0.90240498311173289</c:v>
                </c:pt>
                <c:pt idx="76">
                  <c:v>0.9032336672308473</c:v>
                </c:pt>
                <c:pt idx="77">
                  <c:v>0.90404110303921525</c:v>
                </c:pt>
                <c:pt idx="78">
                  <c:v>0.90482809743471282</c:v>
                </c:pt>
                <c:pt idx="79">
                  <c:v>0.9055954169703232</c:v>
                </c:pt>
                <c:pt idx="80">
                  <c:v>0.90634379034456047</c:v>
                </c:pt>
                <c:pt idx="81">
                  <c:v>0.90707391070967014</c:v>
                </c:pt>
                <c:pt idx="82">
                  <c:v>0.90778643781296964</c:v>
                </c:pt>
                <c:pt idx="83">
                  <c:v>0.9084819999852386</c:v>
                </c:pt>
                <c:pt idx="84">
                  <c:v>0.90916119598874812</c:v>
                </c:pt>
                <c:pt idx="85">
                  <c:v>0.90982459673636196</c:v>
                </c:pt>
                <c:pt idx="86">
                  <c:v>0.9104727468920768</c:v>
                </c:pt>
                <c:pt idx="87">
                  <c:v>0.91110616636243402</c:v>
                </c:pt>
                <c:pt idx="88">
                  <c:v>0.91172535168739055</c:v>
                </c:pt>
                <c:pt idx="89">
                  <c:v>0.9123307773384588</c:v>
                </c:pt>
                <c:pt idx="90">
                  <c:v>0.91292289693126205</c:v>
                </c:pt>
                <c:pt idx="91">
                  <c:v>0.91350214435900434</c:v>
                </c:pt>
                <c:pt idx="92">
                  <c:v>0.91406893485281648</c:v>
                </c:pt>
                <c:pt idx="93">
                  <c:v>0.91462366597441991</c:v>
                </c:pt>
                <c:pt idx="94">
                  <c:v>0.91516671854609488</c:v>
                </c:pt>
                <c:pt idx="95">
                  <c:v>0.91569845752252688</c:v>
                </c:pt>
                <c:pt idx="96">
                  <c:v>0.91621923280872275</c:v>
                </c:pt>
                <c:pt idx="97">
                  <c:v>0.91672938002785354</c:v>
                </c:pt>
                <c:pt idx="98">
                  <c:v>0.91722922124255746</c:v>
                </c:pt>
                <c:pt idx="99">
                  <c:v>0.91771906563296746</c:v>
                </c:pt>
                <c:pt idx="100">
                  <c:v>0.91819921013445838</c:v>
                </c:pt>
                <c:pt idx="101">
                  <c:v>0.91866994003788083</c:v>
                </c:pt>
                <c:pt idx="102">
                  <c:v>0.91913152955482891</c:v>
                </c:pt>
                <c:pt idx="103">
                  <c:v>0.91958424235029734</c:v>
                </c:pt>
                <c:pt idx="104">
                  <c:v>0.92002833204489987</c:v>
                </c:pt>
                <c:pt idx="105">
                  <c:v>0.92046404268866044</c:v>
                </c:pt>
                <c:pt idx="106">
                  <c:v>0.92089160920823876</c:v>
                </c:pt>
                <c:pt idx="107">
                  <c:v>0.92131125782930634</c:v>
                </c:pt>
                <c:pt idx="108">
                  <c:v>0.92172320647567552</c:v>
                </c:pt>
                <c:pt idx="109">
                  <c:v>0.92212766514665634</c:v>
                </c:pt>
                <c:pt idx="110">
                  <c:v>0.9225248362740156</c:v>
                </c:pt>
                <c:pt idx="111">
                  <c:v>0.92291491505981493</c:v>
                </c:pt>
                <c:pt idx="112">
                  <c:v>0.92329808979630812</c:v>
                </c:pt>
                <c:pt idx="113">
                  <c:v>0.92367454216900324</c:v>
                </c:pt>
                <c:pt idx="114">
                  <c:v>0.92404444754391224</c:v>
                </c:pt>
                <c:pt idx="115">
                  <c:v>0.92440797523994345</c:v>
                </c:pt>
                <c:pt idx="116">
                  <c:v>0.92476528878732467</c:v>
                </c:pt>
                <c:pt idx="117">
                  <c:v>0.92511654617288608</c:v>
                </c:pt>
                <c:pt idx="118">
                  <c:v>0.92546190007297546</c:v>
                </c:pt>
                <c:pt idx="119">
                  <c:v>0.92580149807473022</c:v>
                </c:pt>
                <c:pt idx="120">
                  <c:v>0.92613548288637315</c:v>
                </c:pt>
                <c:pt idx="121">
                  <c:v>0.92646399253716971</c:v>
                </c:pt>
                <c:pt idx="122">
                  <c:v>0.92678716056762833</c:v>
                </c:pt>
                <c:pt idx="123">
                  <c:v>0.92710511621049863</c:v>
                </c:pt>
                <c:pt idx="124">
                  <c:v>0.927417984563083</c:v>
                </c:pt>
                <c:pt idx="125">
                  <c:v>0.9277258867513406</c:v>
                </c:pt>
                <c:pt idx="126">
                  <c:v>0.92802894008623993</c:v>
                </c:pt>
                <c:pt idx="127">
                  <c:v>0.92832725821278139</c:v>
                </c:pt>
                <c:pt idx="128">
                  <c:v>0.92862095125208954</c:v>
                </c:pt>
                <c:pt idx="129">
                  <c:v>0.92891012593694666</c:v>
                </c:pt>
                <c:pt idx="130">
                  <c:v>0.92919488574111908</c:v>
                </c:pt>
                <c:pt idx="131">
                  <c:v>0.92947533100280433</c:v>
                </c:pt>
                <c:pt idx="132">
                  <c:v>0.92975155904250906</c:v>
                </c:pt>
                <c:pt idx="133">
                  <c:v>0.9300236642756512</c:v>
                </c:pt>
                <c:pt idx="134">
                  <c:v>0.9302917383201541</c:v>
                </c:pt>
                <c:pt idx="135">
                  <c:v>0.93055587009929686</c:v>
                </c:pt>
                <c:pt idx="136">
                  <c:v>0.93081614594005779</c:v>
                </c:pt>
                <c:pt idx="137">
                  <c:v>0.93107264966718417</c:v>
                </c:pt>
                <c:pt idx="138">
                  <c:v>0.93132546269320138</c:v>
                </c:pt>
                <c:pt idx="139">
                  <c:v>0.93157466410456091</c:v>
                </c:pt>
                <c:pt idx="140">
                  <c:v>0.93182033074412829</c:v>
                </c:pt>
                <c:pt idx="141">
                  <c:v>0.9320625372901804</c:v>
                </c:pt>
                <c:pt idx="142">
                  <c:v>0.93230135633209199</c:v>
                </c:pt>
                <c:pt idx="143">
                  <c:v>0.93253685844286627</c:v>
                </c:pt>
                <c:pt idx="144">
                  <c:v>0.93276911224866377</c:v>
                </c:pt>
                <c:pt idx="145">
                  <c:v>0.93299818449547789</c:v>
                </c:pt>
                <c:pt idx="146">
                  <c:v>0.93322414011308374</c:v>
                </c:pt>
                <c:pt idx="147">
                  <c:v>0.93344704227639774</c:v>
                </c:pt>
                <c:pt idx="148">
                  <c:v>0.93366695246436537</c:v>
                </c:pt>
                <c:pt idx="149">
                  <c:v>0.93388393051649299</c:v>
                </c:pt>
                <c:pt idx="150">
                  <c:v>0.93409803468713593</c:v>
                </c:pt>
                <c:pt idx="151">
                  <c:v>0.93430932169763869</c:v>
                </c:pt>
                <c:pt idx="152">
                  <c:v>0.93451784678643524</c:v>
                </c:pt>
                <c:pt idx="153">
                  <c:v>0.93472366375719584</c:v>
                </c:pt>
                <c:pt idx="154">
                  <c:v>0.9349268250251076</c:v>
                </c:pt>
                <c:pt idx="155">
                  <c:v>0.93512738166137988</c:v>
                </c:pt>
                <c:pt idx="156">
                  <c:v>0.93532538343604321</c:v>
                </c:pt>
                <c:pt idx="157">
                  <c:v>0.9355208788591286</c:v>
                </c:pt>
                <c:pt idx="158">
                  <c:v>0.93571391522028868</c:v>
                </c:pt>
                <c:pt idx="159">
                  <c:v>0.93590453862693368</c:v>
                </c:pt>
                <c:pt idx="160">
                  <c:v>0.93609279404095025</c:v>
                </c:pt>
                <c:pt idx="161">
                  <c:v>0.93627872531405254</c:v>
                </c:pt>
                <c:pt idx="162">
                  <c:v>0.9364623752218405</c:v>
                </c:pt>
                <c:pt idx="163">
                  <c:v>0.9366437854966071</c:v>
                </c:pt>
                <c:pt idx="164">
                  <c:v>0.9368229968589521</c:v>
                </c:pt>
                <c:pt idx="165">
                  <c:v>0.93700004904825684</c:v>
                </c:pt>
                <c:pt idx="166">
                  <c:v>0.93717498085206119</c:v>
                </c:pt>
                <c:pt idx="167">
                  <c:v>0.93734783013439127</c:v>
                </c:pt>
                <c:pt idx="168">
                  <c:v>0.93751863386308465</c:v>
                </c:pt>
                <c:pt idx="169">
                  <c:v>0.93768742813614614</c:v>
                </c:pt>
                <c:pt idx="170">
                  <c:v>0.93785424820718344</c:v>
                </c:pt>
                <c:pt idx="171">
                  <c:v>0.93801912850995295</c:v>
                </c:pt>
                <c:pt idx="172">
                  <c:v>0.93818210268205471</c:v>
                </c:pt>
                <c:pt idx="173">
                  <c:v>0.93834320358781054</c:v>
                </c:pt>
                <c:pt idx="174">
                  <c:v>0.93850246334035747</c:v>
                </c:pt>
                <c:pt idx="175">
                  <c:v>0.93865991332298915</c:v>
                </c:pt>
                <c:pt idx="176">
                  <c:v>0.93881558420977218</c:v>
                </c:pt>
                <c:pt idx="177">
                  <c:v>0.93896950598546736</c:v>
                </c:pt>
                <c:pt idx="178">
                  <c:v>0.93912170796478645</c:v>
                </c:pt>
                <c:pt idx="179">
                  <c:v>0.93927221881100154</c:v>
                </c:pt>
                <c:pt idx="180">
                  <c:v>0.93942106655394364</c:v>
                </c:pt>
                <c:pt idx="181">
                  <c:v>0.939568278607403</c:v>
                </c:pt>
                <c:pt idx="182">
                  <c:v>0.93971388178596116</c:v>
                </c:pt>
                <c:pt idx="183">
                  <c:v>0.93985790232127431</c:v>
                </c:pt>
                <c:pt idx="184">
                  <c:v>0.94000036587782698</c:v>
                </c:pt>
                <c:pt idx="185">
                  <c:v>0.94014129756818032</c:v>
                </c:pt>
                <c:pt idx="186">
                  <c:v>0.94028072196772783</c:v>
                </c:pt>
                <c:pt idx="187">
                  <c:v>0.94041866312898204</c:v>
                </c:pt>
                <c:pt idx="188">
                  <c:v>0.94055514459540834</c:v>
                </c:pt>
                <c:pt idx="189">
                  <c:v>0.94069018941481952</c:v>
                </c:pt>
                <c:pt idx="190">
                  <c:v>0.94082382015235211</c:v>
                </c:pt>
                <c:pt idx="191">
                  <c:v>0.94095605890303557</c:v>
                </c:pt>
                <c:pt idx="192">
                  <c:v>0.9410869273039707</c:v>
                </c:pt>
                <c:pt idx="193">
                  <c:v>0.94121644654613368</c:v>
                </c:pt>
                <c:pt idx="194">
                  <c:v>0.94134463738581264</c:v>
                </c:pt>
                <c:pt idx="195">
                  <c:v>0.9414715201556989</c:v>
                </c:pt>
                <c:pt idx="196">
                  <c:v>0.94159711477563723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3BD-44DC-9231-9658B1DC64B7}"/>
            </c:ext>
          </c:extLst>
        </c:ser>
        <c:ser>
          <c:idx val="1"/>
          <c:order val="1"/>
          <c:tx>
            <c:v>Brushless EC Frameless</c:v>
          </c:tx>
          <c:spPr>
            <a:ln w="2540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2"/>
            <c:spPr>
              <a:solidFill>
                <a:schemeClr val="accent2"/>
              </a:solidFill>
              <a:ln w="0">
                <a:solidFill>
                  <a:schemeClr val="accent2"/>
                </a:solidFill>
              </a:ln>
              <a:effectLst/>
            </c:spPr>
          </c:marker>
          <c:dPt>
            <c:idx val="133"/>
            <c:marker>
              <c:symbol val="circle"/>
              <c:size val="2"/>
              <c:spPr>
                <a:solidFill>
                  <a:schemeClr val="accent2"/>
                </a:solidFill>
                <a:ln w="0">
                  <a:solidFill>
                    <a:schemeClr val="accent2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83BD-44DC-9231-9658B1DC64B7}"/>
              </c:ext>
            </c:extLst>
          </c:dPt>
          <c:xVal>
            <c:numRef>
              <c:f>'Motor Efficiency Evaluation'!$C$5:$C$201</c:f>
              <c:numCache>
                <c:formatCode>0.0%</c:formatCode>
                <c:ptCount val="197"/>
                <c:pt idx="0">
                  <c:v>5.0000000000000001E-3</c:v>
                </c:pt>
                <c:pt idx="1">
                  <c:v>0.01</c:v>
                </c:pt>
                <c:pt idx="2">
                  <c:v>1.4999999999999999E-2</c:v>
                </c:pt>
                <c:pt idx="3">
                  <c:v>0.02</c:v>
                </c:pt>
                <c:pt idx="4">
                  <c:v>2.5000000000000001E-2</c:v>
                </c:pt>
                <c:pt idx="5">
                  <c:v>0.03</c:v>
                </c:pt>
                <c:pt idx="6">
                  <c:v>3.5000000000000003E-2</c:v>
                </c:pt>
                <c:pt idx="7">
                  <c:v>0.04</c:v>
                </c:pt>
                <c:pt idx="8">
                  <c:v>4.4999999999999998E-2</c:v>
                </c:pt>
                <c:pt idx="9">
                  <c:v>0.05</c:v>
                </c:pt>
                <c:pt idx="10">
                  <c:v>5.5E-2</c:v>
                </c:pt>
                <c:pt idx="11">
                  <c:v>0.06</c:v>
                </c:pt>
                <c:pt idx="12">
                  <c:v>6.5000000000000002E-2</c:v>
                </c:pt>
                <c:pt idx="13">
                  <c:v>7.0000000000000007E-2</c:v>
                </c:pt>
                <c:pt idx="14">
                  <c:v>7.4999999999999997E-2</c:v>
                </c:pt>
                <c:pt idx="15">
                  <c:v>0.08</c:v>
                </c:pt>
                <c:pt idx="16">
                  <c:v>8.5000000000000006E-2</c:v>
                </c:pt>
                <c:pt idx="17">
                  <c:v>0.09</c:v>
                </c:pt>
                <c:pt idx="18">
                  <c:v>9.5000000000000001E-2</c:v>
                </c:pt>
                <c:pt idx="19">
                  <c:v>0.1</c:v>
                </c:pt>
                <c:pt idx="20">
                  <c:v>0.105</c:v>
                </c:pt>
                <c:pt idx="21">
                  <c:v>0.11</c:v>
                </c:pt>
                <c:pt idx="22">
                  <c:v>0.115</c:v>
                </c:pt>
                <c:pt idx="23">
                  <c:v>0.12</c:v>
                </c:pt>
                <c:pt idx="24">
                  <c:v>0.125</c:v>
                </c:pt>
                <c:pt idx="25">
                  <c:v>0.13</c:v>
                </c:pt>
                <c:pt idx="26">
                  <c:v>0.13500000000000001</c:v>
                </c:pt>
                <c:pt idx="27">
                  <c:v>0.14000000000000001</c:v>
                </c:pt>
                <c:pt idx="28">
                  <c:v>0.14499999999999999</c:v>
                </c:pt>
                <c:pt idx="29">
                  <c:v>0.15</c:v>
                </c:pt>
                <c:pt idx="30">
                  <c:v>0.155</c:v>
                </c:pt>
                <c:pt idx="31">
                  <c:v>0.16</c:v>
                </c:pt>
                <c:pt idx="32">
                  <c:v>0.16500000000000001</c:v>
                </c:pt>
                <c:pt idx="33">
                  <c:v>0.17</c:v>
                </c:pt>
                <c:pt idx="34">
                  <c:v>0.17499999999999999</c:v>
                </c:pt>
                <c:pt idx="35">
                  <c:v>0.18</c:v>
                </c:pt>
                <c:pt idx="36">
                  <c:v>0.185</c:v>
                </c:pt>
                <c:pt idx="37">
                  <c:v>0.19</c:v>
                </c:pt>
                <c:pt idx="38">
                  <c:v>0.19500000000000001</c:v>
                </c:pt>
                <c:pt idx="39">
                  <c:v>0.2</c:v>
                </c:pt>
                <c:pt idx="40">
                  <c:v>0.20499999999999999</c:v>
                </c:pt>
                <c:pt idx="41">
                  <c:v>0.21</c:v>
                </c:pt>
                <c:pt idx="42">
                  <c:v>0.215</c:v>
                </c:pt>
                <c:pt idx="43">
                  <c:v>0.22</c:v>
                </c:pt>
                <c:pt idx="44">
                  <c:v>0.22500000000000001</c:v>
                </c:pt>
                <c:pt idx="45">
                  <c:v>0.23</c:v>
                </c:pt>
                <c:pt idx="46">
                  <c:v>0.23499999999999999</c:v>
                </c:pt>
                <c:pt idx="47">
                  <c:v>0.24</c:v>
                </c:pt>
                <c:pt idx="48">
                  <c:v>0.245</c:v>
                </c:pt>
                <c:pt idx="49">
                  <c:v>0.25</c:v>
                </c:pt>
                <c:pt idx="50">
                  <c:v>0.255</c:v>
                </c:pt>
                <c:pt idx="51">
                  <c:v>0.26</c:v>
                </c:pt>
                <c:pt idx="52">
                  <c:v>0.26500000000000001</c:v>
                </c:pt>
                <c:pt idx="53">
                  <c:v>0.27</c:v>
                </c:pt>
                <c:pt idx="54">
                  <c:v>0.27500000000000002</c:v>
                </c:pt>
                <c:pt idx="55">
                  <c:v>0.28000000000000003</c:v>
                </c:pt>
                <c:pt idx="56">
                  <c:v>0.28499999999999998</c:v>
                </c:pt>
                <c:pt idx="57">
                  <c:v>0.28999999999999998</c:v>
                </c:pt>
                <c:pt idx="58">
                  <c:v>0.29499999999999998</c:v>
                </c:pt>
                <c:pt idx="59">
                  <c:v>0.3</c:v>
                </c:pt>
                <c:pt idx="60">
                  <c:v>0.30499999999999999</c:v>
                </c:pt>
                <c:pt idx="61">
                  <c:v>0.31</c:v>
                </c:pt>
                <c:pt idx="62">
                  <c:v>0.315</c:v>
                </c:pt>
                <c:pt idx="63">
                  <c:v>0.32</c:v>
                </c:pt>
                <c:pt idx="64">
                  <c:v>0.32500000000000001</c:v>
                </c:pt>
                <c:pt idx="65">
                  <c:v>0.33</c:v>
                </c:pt>
                <c:pt idx="66">
                  <c:v>0.33500000000000002</c:v>
                </c:pt>
                <c:pt idx="67">
                  <c:v>0.34</c:v>
                </c:pt>
                <c:pt idx="68">
                  <c:v>0.34499999999999997</c:v>
                </c:pt>
                <c:pt idx="69">
                  <c:v>0.35</c:v>
                </c:pt>
                <c:pt idx="70">
                  <c:v>0.35499999999999998</c:v>
                </c:pt>
                <c:pt idx="71">
                  <c:v>0.36</c:v>
                </c:pt>
                <c:pt idx="72">
                  <c:v>0.36499999999999999</c:v>
                </c:pt>
                <c:pt idx="73">
                  <c:v>0.37</c:v>
                </c:pt>
                <c:pt idx="74">
                  <c:v>0.375</c:v>
                </c:pt>
                <c:pt idx="75">
                  <c:v>0.38</c:v>
                </c:pt>
                <c:pt idx="76">
                  <c:v>0.38500000000000001</c:v>
                </c:pt>
                <c:pt idx="77">
                  <c:v>0.39</c:v>
                </c:pt>
                <c:pt idx="78">
                  <c:v>0.39500000000000002</c:v>
                </c:pt>
                <c:pt idx="79">
                  <c:v>0.4</c:v>
                </c:pt>
                <c:pt idx="80">
                  <c:v>0.40500000000000003</c:v>
                </c:pt>
                <c:pt idx="81">
                  <c:v>0.41</c:v>
                </c:pt>
                <c:pt idx="82">
                  <c:v>0.41499999999999998</c:v>
                </c:pt>
                <c:pt idx="83">
                  <c:v>0.42</c:v>
                </c:pt>
                <c:pt idx="84">
                  <c:v>0.42499999999999999</c:v>
                </c:pt>
                <c:pt idx="85">
                  <c:v>0.43</c:v>
                </c:pt>
                <c:pt idx="86">
                  <c:v>0.435</c:v>
                </c:pt>
                <c:pt idx="87">
                  <c:v>0.44</c:v>
                </c:pt>
                <c:pt idx="88">
                  <c:v>0.44500000000000001</c:v>
                </c:pt>
                <c:pt idx="89">
                  <c:v>0.45</c:v>
                </c:pt>
                <c:pt idx="90">
                  <c:v>0.45500000000000002</c:v>
                </c:pt>
                <c:pt idx="91">
                  <c:v>0.46</c:v>
                </c:pt>
                <c:pt idx="92">
                  <c:v>0.46500000000000002</c:v>
                </c:pt>
                <c:pt idx="93">
                  <c:v>0.47</c:v>
                </c:pt>
                <c:pt idx="94">
                  <c:v>0.47499999999999998</c:v>
                </c:pt>
                <c:pt idx="95">
                  <c:v>0.48</c:v>
                </c:pt>
                <c:pt idx="96">
                  <c:v>0.48499999999999999</c:v>
                </c:pt>
                <c:pt idx="97">
                  <c:v>0.49</c:v>
                </c:pt>
                <c:pt idx="98">
                  <c:v>0.495</c:v>
                </c:pt>
                <c:pt idx="99">
                  <c:v>0.5</c:v>
                </c:pt>
                <c:pt idx="100">
                  <c:v>0.505</c:v>
                </c:pt>
                <c:pt idx="101">
                  <c:v>0.51</c:v>
                </c:pt>
                <c:pt idx="102">
                  <c:v>0.51500000000000001</c:v>
                </c:pt>
                <c:pt idx="103">
                  <c:v>0.52</c:v>
                </c:pt>
                <c:pt idx="104">
                  <c:v>0.52500000000000002</c:v>
                </c:pt>
                <c:pt idx="105">
                  <c:v>0.53</c:v>
                </c:pt>
                <c:pt idx="106">
                  <c:v>0.53500000000000003</c:v>
                </c:pt>
                <c:pt idx="107">
                  <c:v>0.54</c:v>
                </c:pt>
                <c:pt idx="108">
                  <c:v>0.54500000000000004</c:v>
                </c:pt>
                <c:pt idx="109">
                  <c:v>0.55000000000000004</c:v>
                </c:pt>
                <c:pt idx="110">
                  <c:v>0.55500000000000005</c:v>
                </c:pt>
                <c:pt idx="111">
                  <c:v>0.56000000000000005</c:v>
                </c:pt>
                <c:pt idx="112">
                  <c:v>0.56499999999999995</c:v>
                </c:pt>
                <c:pt idx="113">
                  <c:v>0.56999999999999995</c:v>
                </c:pt>
                <c:pt idx="114">
                  <c:v>0.57499999999999996</c:v>
                </c:pt>
                <c:pt idx="115">
                  <c:v>0.57999999999999996</c:v>
                </c:pt>
                <c:pt idx="116">
                  <c:v>0.58499999999999996</c:v>
                </c:pt>
                <c:pt idx="117">
                  <c:v>0.59</c:v>
                </c:pt>
                <c:pt idx="118">
                  <c:v>0.59499999999999997</c:v>
                </c:pt>
                <c:pt idx="119">
                  <c:v>0.6</c:v>
                </c:pt>
                <c:pt idx="120">
                  <c:v>0.60499999999999998</c:v>
                </c:pt>
                <c:pt idx="121">
                  <c:v>0.61</c:v>
                </c:pt>
                <c:pt idx="122">
                  <c:v>0.61499999999999999</c:v>
                </c:pt>
                <c:pt idx="123">
                  <c:v>0.62</c:v>
                </c:pt>
                <c:pt idx="124">
                  <c:v>0.625</c:v>
                </c:pt>
                <c:pt idx="125">
                  <c:v>0.63</c:v>
                </c:pt>
                <c:pt idx="126">
                  <c:v>0.63500000000000001</c:v>
                </c:pt>
                <c:pt idx="127">
                  <c:v>0.64</c:v>
                </c:pt>
                <c:pt idx="128">
                  <c:v>0.64500000000000002</c:v>
                </c:pt>
                <c:pt idx="129">
                  <c:v>0.65</c:v>
                </c:pt>
                <c:pt idx="130">
                  <c:v>0.65500000000000003</c:v>
                </c:pt>
                <c:pt idx="131">
                  <c:v>0.66</c:v>
                </c:pt>
                <c:pt idx="132">
                  <c:v>0.66500000000000004</c:v>
                </c:pt>
                <c:pt idx="133">
                  <c:v>0.67</c:v>
                </c:pt>
                <c:pt idx="134">
                  <c:v>0.67500000000000004</c:v>
                </c:pt>
                <c:pt idx="135">
                  <c:v>0.68</c:v>
                </c:pt>
                <c:pt idx="136">
                  <c:v>0.68500000000000005</c:v>
                </c:pt>
                <c:pt idx="137">
                  <c:v>0.69</c:v>
                </c:pt>
                <c:pt idx="138">
                  <c:v>0.69499999999999995</c:v>
                </c:pt>
                <c:pt idx="139">
                  <c:v>0.7</c:v>
                </c:pt>
                <c:pt idx="140">
                  <c:v>0.70499999999999996</c:v>
                </c:pt>
                <c:pt idx="141">
                  <c:v>0.71</c:v>
                </c:pt>
                <c:pt idx="142">
                  <c:v>0.71499999999999997</c:v>
                </c:pt>
                <c:pt idx="143">
                  <c:v>0.72</c:v>
                </c:pt>
                <c:pt idx="144">
                  <c:v>0.72499999999999998</c:v>
                </c:pt>
                <c:pt idx="145">
                  <c:v>0.73</c:v>
                </c:pt>
                <c:pt idx="146">
                  <c:v>0.73499999999999999</c:v>
                </c:pt>
                <c:pt idx="147">
                  <c:v>0.74</c:v>
                </c:pt>
                <c:pt idx="148">
                  <c:v>0.745</c:v>
                </c:pt>
                <c:pt idx="149">
                  <c:v>0.75</c:v>
                </c:pt>
                <c:pt idx="150">
                  <c:v>0.755</c:v>
                </c:pt>
                <c:pt idx="151">
                  <c:v>0.76</c:v>
                </c:pt>
                <c:pt idx="152">
                  <c:v>0.76500000000000001</c:v>
                </c:pt>
                <c:pt idx="153">
                  <c:v>0.77</c:v>
                </c:pt>
                <c:pt idx="154">
                  <c:v>0.77500000000000002</c:v>
                </c:pt>
                <c:pt idx="155">
                  <c:v>0.78</c:v>
                </c:pt>
                <c:pt idx="156">
                  <c:v>0.78500000000000003</c:v>
                </c:pt>
                <c:pt idx="157">
                  <c:v>0.79</c:v>
                </c:pt>
                <c:pt idx="158">
                  <c:v>0.79500000000000004</c:v>
                </c:pt>
                <c:pt idx="159">
                  <c:v>0.8</c:v>
                </c:pt>
                <c:pt idx="160">
                  <c:v>0.80500000000000005</c:v>
                </c:pt>
                <c:pt idx="161">
                  <c:v>0.81</c:v>
                </c:pt>
                <c:pt idx="162">
                  <c:v>0.81499999999999995</c:v>
                </c:pt>
                <c:pt idx="163">
                  <c:v>0.82</c:v>
                </c:pt>
                <c:pt idx="164">
                  <c:v>0.82499999999999996</c:v>
                </c:pt>
                <c:pt idx="165">
                  <c:v>0.83</c:v>
                </c:pt>
                <c:pt idx="166">
                  <c:v>0.83499999999999996</c:v>
                </c:pt>
                <c:pt idx="167">
                  <c:v>0.84</c:v>
                </c:pt>
                <c:pt idx="168">
                  <c:v>0.84499999999999997</c:v>
                </c:pt>
                <c:pt idx="169">
                  <c:v>0.85</c:v>
                </c:pt>
                <c:pt idx="170">
                  <c:v>0.85499999999999998</c:v>
                </c:pt>
                <c:pt idx="171">
                  <c:v>0.86</c:v>
                </c:pt>
                <c:pt idx="172">
                  <c:v>0.86499999999999999</c:v>
                </c:pt>
                <c:pt idx="173">
                  <c:v>0.87</c:v>
                </c:pt>
                <c:pt idx="174">
                  <c:v>0.875</c:v>
                </c:pt>
                <c:pt idx="175">
                  <c:v>0.88</c:v>
                </c:pt>
                <c:pt idx="176">
                  <c:v>0.88500000000000001</c:v>
                </c:pt>
                <c:pt idx="177">
                  <c:v>0.89</c:v>
                </c:pt>
                <c:pt idx="178">
                  <c:v>0.89500000000000002</c:v>
                </c:pt>
                <c:pt idx="179">
                  <c:v>0.9</c:v>
                </c:pt>
                <c:pt idx="180">
                  <c:v>0.90500000000000003</c:v>
                </c:pt>
                <c:pt idx="181">
                  <c:v>0.91</c:v>
                </c:pt>
                <c:pt idx="182">
                  <c:v>0.91500000000000004</c:v>
                </c:pt>
                <c:pt idx="183">
                  <c:v>0.92</c:v>
                </c:pt>
                <c:pt idx="184">
                  <c:v>0.92500000000000004</c:v>
                </c:pt>
                <c:pt idx="185">
                  <c:v>0.93</c:v>
                </c:pt>
                <c:pt idx="186">
                  <c:v>0.93500000000000005</c:v>
                </c:pt>
                <c:pt idx="187">
                  <c:v>0.94</c:v>
                </c:pt>
                <c:pt idx="188">
                  <c:v>0.94499999999999995</c:v>
                </c:pt>
                <c:pt idx="189">
                  <c:v>0.95</c:v>
                </c:pt>
                <c:pt idx="190">
                  <c:v>0.95499999999999996</c:v>
                </c:pt>
                <c:pt idx="191">
                  <c:v>0.96</c:v>
                </c:pt>
                <c:pt idx="192">
                  <c:v>0.96499999999999997</c:v>
                </c:pt>
                <c:pt idx="193">
                  <c:v>0.97</c:v>
                </c:pt>
                <c:pt idx="194">
                  <c:v>0.97499999999999998</c:v>
                </c:pt>
                <c:pt idx="195">
                  <c:v>0.98</c:v>
                </c:pt>
                <c:pt idx="196">
                  <c:v>0.98499999999999999</c:v>
                </c:pt>
              </c:numCache>
            </c:numRef>
          </c:xVal>
          <c:yVal>
            <c:numRef>
              <c:f>'Motor Efficiency Evaluation'!$R$5:$R$201</c:f>
              <c:numCache>
                <c:formatCode>0.00%</c:formatCode>
                <c:ptCount val="197"/>
                <c:pt idx="0">
                  <c:v>-2.4085936572761288</c:v>
                </c:pt>
                <c:pt idx="1">
                  <c:v>-0.72837008737501818</c:v>
                </c:pt>
                <c:pt idx="2">
                  <c:v>-0.16829556407464774</c:v>
                </c:pt>
                <c:pt idx="3">
                  <c:v>0.11174169757553726</c:v>
                </c:pt>
                <c:pt idx="4">
                  <c:v>0.27976405456564851</c:v>
                </c:pt>
                <c:pt idx="5">
                  <c:v>0.39177895922572253</c:v>
                </c:pt>
                <c:pt idx="6">
                  <c:v>0.47178960541148973</c:v>
                </c:pt>
                <c:pt idx="7">
                  <c:v>0.53179759005081506</c:v>
                </c:pt>
                <c:pt idx="8">
                  <c:v>0.57847046699251248</c:v>
                </c:pt>
                <c:pt idx="9">
                  <c:v>0.61580876854587063</c:v>
                </c:pt>
                <c:pt idx="10">
                  <c:v>0.64635828799861794</c:v>
                </c:pt>
                <c:pt idx="11">
                  <c:v>0.67181622087590764</c:v>
                </c:pt>
                <c:pt idx="12">
                  <c:v>0.69335754869515265</c:v>
                </c:pt>
                <c:pt idx="13">
                  <c:v>0.71182154396879116</c:v>
                </c:pt>
                <c:pt idx="14">
                  <c:v>0.72782367320594454</c:v>
                </c:pt>
                <c:pt idx="15">
                  <c:v>0.74182553628845382</c:v>
                </c:pt>
                <c:pt idx="16">
                  <c:v>0.75418012136125601</c:v>
                </c:pt>
                <c:pt idx="17">
                  <c:v>0.7651619747593027</c:v>
                </c:pt>
                <c:pt idx="18">
                  <c:v>0.77498784358913375</c:v>
                </c:pt>
                <c:pt idx="19">
                  <c:v>0.78383112553598155</c:v>
                </c:pt>
                <c:pt idx="20">
                  <c:v>0.79183219015455808</c:v>
                </c:pt>
                <c:pt idx="21">
                  <c:v>0.79910588526235526</c:v>
                </c:pt>
                <c:pt idx="22">
                  <c:v>0.80574708514338722</c:v>
                </c:pt>
                <c:pt idx="23">
                  <c:v>0.81183485170100023</c:v>
                </c:pt>
                <c:pt idx="24">
                  <c:v>0.81743559693400392</c:v>
                </c:pt>
                <c:pt idx="25">
                  <c:v>0.82260551561062256</c:v>
                </c:pt>
                <c:pt idx="26">
                  <c:v>0.82739247734823262</c:v>
                </c:pt>
                <c:pt idx="27">
                  <c:v>0.83183751324744193</c:v>
                </c:pt>
                <c:pt idx="28">
                  <c:v>0.83597599494670549</c:v>
                </c:pt>
                <c:pt idx="29">
                  <c:v>0.83983857786601857</c:v>
                </c:pt>
                <c:pt idx="30">
                  <c:v>0.84345196188731142</c:v>
                </c:pt>
                <c:pt idx="31">
                  <c:v>0.84683950940727304</c:v>
                </c:pt>
                <c:pt idx="32">
                  <c:v>0.85002175101693433</c:v>
                </c:pt>
                <c:pt idx="33">
                  <c:v>0.85301680194367424</c:v>
                </c:pt>
                <c:pt idx="34">
                  <c:v>0.85584070710317195</c:v>
                </c:pt>
                <c:pt idx="35">
                  <c:v>0.85850772864269764</c:v>
                </c:pt>
                <c:pt idx="36">
                  <c:v>0.86103058685576217</c:v>
                </c:pt>
                <c:pt idx="37">
                  <c:v>0.86342066305761322</c:v>
                </c:pt>
                <c:pt idx="38">
                  <c:v>0.86568817124911268</c:v>
                </c:pt>
                <c:pt idx="39">
                  <c:v>0.86784230403103713</c:v>
                </c:pt>
                <c:pt idx="40">
                  <c:v>0.86989135716506294</c:v>
                </c:pt>
                <c:pt idx="41">
                  <c:v>0.87184283634032544</c:v>
                </c:pt>
                <c:pt idx="42">
                  <c:v>0.87370354904232006</c:v>
                </c:pt>
                <c:pt idx="43">
                  <c:v>0.87547968389422393</c:v>
                </c:pt>
                <c:pt idx="44">
                  <c:v>0.87717687941937672</c:v>
                </c:pt>
                <c:pt idx="45">
                  <c:v>0.87880028383473985</c:v>
                </c:pt>
                <c:pt idx="46">
                  <c:v>0.88035460721115166</c:v>
                </c:pt>
                <c:pt idx="47">
                  <c:v>0.88184416711354652</c:v>
                </c:pt>
                <c:pt idx="48">
                  <c:v>0.88327292865257778</c:v>
                </c:pt>
                <c:pt idx="49">
                  <c:v>0.88464453973004831</c:v>
                </c:pt>
                <c:pt idx="50">
                  <c:v>0.88596236213781376</c:v>
                </c:pt>
                <c:pt idx="51">
                  <c:v>0.88722949906835757</c:v>
                </c:pt>
                <c:pt idx="52">
                  <c:v>0.88844881951095644</c:v>
                </c:pt>
                <c:pt idx="53">
                  <c:v>0.88962297993716266</c:v>
                </c:pt>
                <c:pt idx="54">
                  <c:v>0.89075444362059775</c:v>
                </c:pt>
                <c:pt idx="55">
                  <c:v>0.89184549788676737</c:v>
                </c:pt>
                <c:pt idx="56">
                  <c:v>0.89289826954710649</c:v>
                </c:pt>
                <c:pt idx="57">
                  <c:v>0.89391473873639915</c:v>
                </c:pt>
                <c:pt idx="58">
                  <c:v>0.89489675134300417</c:v>
                </c:pt>
                <c:pt idx="59">
                  <c:v>0.8958460301960558</c:v>
                </c:pt>
                <c:pt idx="60">
                  <c:v>0.89676418515228573</c:v>
                </c:pt>
                <c:pt idx="61">
                  <c:v>0.897652722206702</c:v>
                </c:pt>
                <c:pt idx="62">
                  <c:v>0.89851305173558127</c:v>
                </c:pt>
                <c:pt idx="63">
                  <c:v>0.89934649596668292</c:v>
                </c:pt>
                <c:pt idx="64">
                  <c:v>0.90015429575990458</c:v>
                </c:pt>
                <c:pt idx="65">
                  <c:v>0.90093761677151352</c:v>
                </c:pt>
                <c:pt idx="66">
                  <c:v>0.90169755506635796</c:v>
                </c:pt>
                <c:pt idx="67">
                  <c:v>0.90243514223488352</c:v>
                </c:pt>
                <c:pt idx="68">
                  <c:v>0.90315135006519076</c:v>
                </c:pt>
                <c:pt idx="69">
                  <c:v>0.90384709481463232</c:v>
                </c:pt>
                <c:pt idx="70">
                  <c:v>0.9045232411204277</c:v>
                </c:pt>
                <c:pt idx="71">
                  <c:v>0.90518060558439506</c:v>
                </c:pt>
                <c:pt idx="72">
                  <c:v>0.90581996006304866</c:v>
                </c:pt>
                <c:pt idx="73">
                  <c:v>0.90644203469092732</c:v>
                </c:pt>
                <c:pt idx="74">
                  <c:v>0.90704752066206307</c:v>
                </c:pt>
                <c:pt idx="75">
                  <c:v>0.90763707279185279</c:v>
                </c:pt>
                <c:pt idx="76">
                  <c:v>0.90821131187931048</c:v>
                </c:pt>
                <c:pt idx="77">
                  <c:v>0.90877082688760258</c:v>
                </c:pt>
                <c:pt idx="78">
                  <c:v>0.90931617695897593</c:v>
                </c:pt>
                <c:pt idx="79">
                  <c:v>0.90984789327856497</c:v>
                </c:pt>
                <c:pt idx="80">
                  <c:v>0.91036648080013916</c:v>
                </c:pt>
                <c:pt idx="81">
                  <c:v>0.91087241984557787</c:v>
                </c:pt>
                <c:pt idx="82">
                  <c:v>0.91136616758871625</c:v>
                </c:pt>
                <c:pt idx="83">
                  <c:v>0.91184815943320907</c:v>
                </c:pt>
                <c:pt idx="84">
                  <c:v>0.91231881029312556</c:v>
                </c:pt>
                <c:pt idx="85">
                  <c:v>0.91277851578420621</c:v>
                </c:pt>
                <c:pt idx="86">
                  <c:v>0.91322765333296374</c:v>
                </c:pt>
                <c:pt idx="87">
                  <c:v>0.91366658321015826</c:v>
                </c:pt>
                <c:pt idx="88">
                  <c:v>0.91409564949460687</c:v>
                </c:pt>
                <c:pt idx="89">
                  <c:v>0.91451518097273465</c:v>
                </c:pt>
                <c:pt idx="90">
                  <c:v>0.91492549197881556</c:v>
                </c:pt>
                <c:pt idx="91">
                  <c:v>0.91532688318041611</c:v>
                </c:pt>
                <c:pt idx="92">
                  <c:v>0.9157196423131656</c:v>
                </c:pt>
                <c:pt idx="93">
                  <c:v>0.91610404486862218</c:v>
                </c:pt>
                <c:pt idx="94">
                  <c:v>0.91648035473870082</c:v>
                </c:pt>
                <c:pt idx="95">
                  <c:v>0.91684882481981966</c:v>
                </c:pt>
                <c:pt idx="96">
                  <c:v>0.91720969757967796</c:v>
                </c:pt>
                <c:pt idx="97">
                  <c:v>0.91756320558933524</c:v>
                </c:pt>
                <c:pt idx="98">
                  <c:v>0.91790957202304013</c:v>
                </c:pt>
                <c:pt idx="99">
                  <c:v>0.91824901112807045</c:v>
                </c:pt>
                <c:pt idx="100">
                  <c:v>0.91858172866666477</c:v>
                </c:pt>
                <c:pt idx="101">
                  <c:v>0.91890792233195329</c:v>
                </c:pt>
                <c:pt idx="102">
                  <c:v>0.91922778213966327</c:v>
                </c:pt>
                <c:pt idx="103">
                  <c:v>0.91954149079722514</c:v>
                </c:pt>
                <c:pt idx="104">
                  <c:v>0.91984922405178582</c:v>
                </c:pt>
                <c:pt idx="105">
                  <c:v>0.92015115101852452</c:v>
                </c:pt>
                <c:pt idx="106">
                  <c:v>0.92044743449055777</c:v>
                </c:pt>
                <c:pt idx="107">
                  <c:v>0.92073823123162757</c:v>
                </c:pt>
                <c:pt idx="108">
                  <c:v>0.92102369225267788</c:v>
                </c:pt>
                <c:pt idx="109">
                  <c:v>0.92130396307334528</c:v>
                </c:pt>
                <c:pt idx="110">
                  <c:v>0.92157918396931571</c:v>
                </c:pt>
                <c:pt idx="111">
                  <c:v>0.92184949020643003</c:v>
                </c:pt>
                <c:pt idx="112">
                  <c:v>0.92211501226235604</c:v>
                </c:pt>
                <c:pt idx="113">
                  <c:v>0.92237587603659943</c:v>
                </c:pt>
                <c:pt idx="114">
                  <c:v>0.92263220304955162</c:v>
                </c:pt>
                <c:pt idx="115">
                  <c:v>0.92288411063124576</c:v>
                </c:pt>
                <c:pt idx="116">
                  <c:v>0.92313171210043266</c:v>
                </c:pt>
                <c:pt idx="117">
                  <c:v>0.92337511693454843</c:v>
                </c:pt>
                <c:pt idx="118">
                  <c:v>0.92361443093111617</c:v>
                </c:pt>
                <c:pt idx="119">
                  <c:v>0.92384975636107425</c:v>
                </c:pt>
                <c:pt idx="120">
                  <c:v>0.92408119211450412</c:v>
                </c:pt>
                <c:pt idx="121">
                  <c:v>0.92430883383918916</c:v>
                </c:pt>
                <c:pt idx="122">
                  <c:v>0.92453277407241607</c:v>
                </c:pt>
                <c:pt idx="123">
                  <c:v>0.92475310236639752</c:v>
                </c:pt>
                <c:pt idx="124">
                  <c:v>0.92496990540767487</c:v>
                </c:pt>
                <c:pt idx="125">
                  <c:v>0.92518326713083687</c:v>
                </c:pt>
                <c:pt idx="126">
                  <c:v>0.92539326882686257</c:v>
                </c:pt>
                <c:pt idx="127">
                  <c:v>0.92559998924638776</c:v>
                </c:pt>
                <c:pt idx="128">
                  <c:v>0.92580350469816852</c:v>
                </c:pt>
                <c:pt idx="129">
                  <c:v>0.92600388914299869</c:v>
                </c:pt>
                <c:pt idx="130">
                  <c:v>0.92620121428332758</c:v>
                </c:pt>
                <c:pt idx="131">
                  <c:v>0.926395549648803</c:v>
                </c:pt>
                <c:pt idx="132">
                  <c:v>0.92658696267795571</c:v>
                </c:pt>
                <c:pt idx="133">
                  <c:v>0.92677551879622522</c:v>
                </c:pt>
                <c:pt idx="134">
                  <c:v>0.92696128149052071</c:v>
                </c:pt>
                <c:pt idx="135">
                  <c:v>0.92714431238048811</c:v>
                </c:pt>
                <c:pt idx="136">
                  <c:v>0.9273246712866603</c:v>
                </c:pt>
                <c:pt idx="137">
                  <c:v>0.92750241629564156</c:v>
                </c:pt>
                <c:pt idx="138">
                  <c:v>0.92767760382247955</c:v>
                </c:pt>
                <c:pt idx="139">
                  <c:v>0.92785028867036257</c:v>
                </c:pt>
                <c:pt idx="140">
                  <c:v>0.92802052408777891</c:v>
                </c:pt>
                <c:pt idx="141">
                  <c:v>0.92818836182326037</c:v>
                </c:pt>
                <c:pt idx="142">
                  <c:v>0.92835385217782518</c:v>
                </c:pt>
                <c:pt idx="143">
                  <c:v>0.92851704405524382</c:v>
                </c:pt>
                <c:pt idx="144">
                  <c:v>0.92867798501021548</c:v>
                </c:pt>
                <c:pt idx="145">
                  <c:v>0.92883672129457051</c:v>
                </c:pt>
                <c:pt idx="146">
                  <c:v>0.92899329790158758</c:v>
                </c:pt>
                <c:pt idx="147">
                  <c:v>0.92914775860851007</c:v>
                </c:pt>
                <c:pt idx="148">
                  <c:v>0.929300146017353</c:v>
                </c:pt>
                <c:pt idx="149">
                  <c:v>0.92945050159407783</c:v>
                </c:pt>
                <c:pt idx="150">
                  <c:v>0.92959886570621053</c:v>
                </c:pt>
                <c:pt idx="151">
                  <c:v>0.92974527765897264</c:v>
                </c:pt>
                <c:pt idx="152">
                  <c:v>0.92988977572999953</c:v>
                </c:pt>
                <c:pt idx="153">
                  <c:v>0.9300323972027017</c:v>
                </c:pt>
                <c:pt idx="154">
                  <c:v>0.93017317839833635</c:v>
                </c:pt>
                <c:pt idx="155">
                  <c:v>0.93031215470684758</c:v>
                </c:pt>
                <c:pt idx="156">
                  <c:v>0.93044936061652439</c:v>
                </c:pt>
                <c:pt idx="157">
                  <c:v>0.9305848297425342</c:v>
                </c:pt>
                <c:pt idx="158">
                  <c:v>0.93071859485438047</c:v>
                </c:pt>
                <c:pt idx="159">
                  <c:v>0.93085068790232894</c:v>
                </c:pt>
                <c:pt idx="160">
                  <c:v>0.93098114004284893</c:v>
                </c:pt>
                <c:pt idx="161">
                  <c:v>0.93110998166311587</c:v>
                </c:pt>
                <c:pt idx="162">
                  <c:v>0.93123724240460659</c:v>
                </c:pt>
                <c:pt idx="163">
                  <c:v>0.93136295118583523</c:v>
                </c:pt>
                <c:pt idx="164">
                  <c:v>0.93148713622426116</c:v>
                </c:pt>
                <c:pt idx="165">
                  <c:v>0.93160982505740453</c:v>
                </c:pt>
                <c:pt idx="166">
                  <c:v>0.9317310445632051</c:v>
                </c:pt>
                <c:pt idx="167">
                  <c:v>0.93185082097965066</c:v>
                </c:pt>
                <c:pt idx="168">
                  <c:v>0.93196917992371264</c:v>
                </c:pt>
                <c:pt idx="169">
                  <c:v>0.93208614640960918</c:v>
                </c:pt>
                <c:pt idx="170">
                  <c:v>0.93220174486643048</c:v>
                </c:pt>
                <c:pt idx="171">
                  <c:v>0.93231599915514951</c:v>
                </c:pt>
                <c:pt idx="172">
                  <c:v>0.93242893258503934</c:v>
                </c:pt>
                <c:pt idx="173">
                  <c:v>0.93254056792952822</c:v>
                </c:pt>
                <c:pt idx="174">
                  <c:v>0.93265092744150846</c:v>
                </c:pt>
                <c:pt idx="175">
                  <c:v>0.93276003286812537</c:v>
                </c:pt>
                <c:pt idx="176">
                  <c:v>0.93286790546506315</c:v>
                </c:pt>
                <c:pt idx="177">
                  <c:v>0.93297456601034978</c:v>
                </c:pt>
                <c:pt idx="178">
                  <c:v>0.93308003481770041</c:v>
                </c:pt>
                <c:pt idx="179">
                  <c:v>0.93318433174941362</c:v>
                </c:pt>
                <c:pt idx="180">
                  <c:v>0.93328747622884267</c:v>
                </c:pt>
                <c:pt idx="181">
                  <c:v>0.93338948725245408</c:v>
                </c:pt>
                <c:pt idx="182">
                  <c:v>0.93349038340149026</c:v>
                </c:pt>
                <c:pt idx="183">
                  <c:v>0.93359018285325435</c:v>
                </c:pt>
                <c:pt idx="184">
                  <c:v>0.93368890339202659</c:v>
                </c:pt>
                <c:pt idx="185">
                  <c:v>0.93378656241962921</c:v>
                </c:pt>
                <c:pt idx="186">
                  <c:v>0.93388317696565293</c:v>
                </c:pt>
                <c:pt idx="187">
                  <c:v>0.93397876369735733</c:v>
                </c:pt>
                <c:pt idx="188">
                  <c:v>0.93407333892925548</c:v>
                </c:pt>
                <c:pt idx="189">
                  <c:v>0.93416691863239665</c:v>
                </c:pt>
                <c:pt idx="190">
                  <c:v>0.93425951844335842</c:v>
                </c:pt>
                <c:pt idx="191">
                  <c:v>0.93435115367295618</c:v>
                </c:pt>
                <c:pt idx="192">
                  <c:v>0.93444183931468228</c:v>
                </c:pt>
                <c:pt idx="193">
                  <c:v>0.93453159005288522</c:v>
                </c:pt>
                <c:pt idx="194">
                  <c:v>0.93462042027069669</c:v>
                </c:pt>
                <c:pt idx="195">
                  <c:v>0.93470834405771386</c:v>
                </c:pt>
                <c:pt idx="196">
                  <c:v>0.93479537521745193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83BD-44DC-9231-9658B1DC64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80741887"/>
        <c:axId val="1280740447"/>
      </c:scatterChart>
      <c:valAx>
        <c:axId val="1280741887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E" noProof="0" dirty="0"/>
                  <a:t>Duty</a:t>
                </a:r>
                <a:r>
                  <a:rPr lang="en-IE" baseline="0" noProof="0" dirty="0"/>
                  <a:t> Cycle (%)</a:t>
                </a:r>
                <a:endParaRPr lang="en-IE" noProof="0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E"/>
            </a:p>
          </c:txPr>
        </c:title>
        <c:numFmt formatCode="0.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0740447"/>
        <c:crosses val="autoZero"/>
        <c:crossBetween val="midCat"/>
      </c:valAx>
      <c:valAx>
        <c:axId val="1280740447"/>
        <c:scaling>
          <c:orientation val="minMax"/>
          <c:min val="0.70000000000000007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E" noProof="0" dirty="0"/>
                  <a:t>η Motor Efficiency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0741887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59741209072181356"/>
          <c:y val="0.43298638541195933"/>
          <c:w val="0.22435518152216286"/>
          <c:h val="0.1779723380781353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8ED7F3-BDC0-4E01-B727-F7B567EF5B3F}" type="datetimeFigureOut">
              <a:rPr lang="en-IE" smtClean="0"/>
              <a:t>14/01/2026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5B78DA-80EF-4E54-9EFD-141A1FC14ED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28687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/>
              <a:t>BG</a:t>
            </a:r>
          </a:p>
          <a:p>
            <a:r>
              <a:rPr lang="en-IE"/>
              <a:t>GEEC – SEM prototype lithium ion</a:t>
            </a:r>
          </a:p>
          <a:p>
            <a:r>
              <a:rPr lang="en-IE"/>
              <a:t>DAQ – voltage current power speed temp </a:t>
            </a:r>
            <a:r>
              <a:rPr lang="en-IE" err="1"/>
              <a:t>gps</a:t>
            </a:r>
            <a:endParaRPr lang="en-IE"/>
          </a:p>
          <a:p>
            <a:r>
              <a:rPr lang="en-IE"/>
              <a:t>Driver display</a:t>
            </a:r>
          </a:p>
          <a:p>
            <a:r>
              <a:rPr lang="en-IE"/>
              <a:t>Benefit to mechanicals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F579-56E2-4298-AE1C-2319EEC46F17}" type="slidenum">
              <a:rPr lang="en-IE" smtClean="0"/>
              <a:t>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61314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2F7AC-E6E4-6F51-6E55-B9E38FFAE0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34D0BD-9D22-A42D-823D-F77C755551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357CDA-C835-415A-F1B1-846689107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EAE4B-7CCD-44D5-8B66-978E65139741}" type="datetimeFigureOut">
              <a:rPr lang="en-IE" smtClean="0"/>
              <a:t>14/01/2026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FDB951-117D-046B-B98D-090EE6D57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4BB98-620A-3A6D-9B1D-AC71F24ED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C699-C759-48DD-98B3-9FF8BF5BDDF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20108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0D59B-7C29-5E30-C9FF-C3A4B2945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87A6A-B7C8-88D3-187F-0566225E8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3D546-D0DB-7993-5E50-41716E6A0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EAE4B-7CCD-44D5-8B66-978E65139741}" type="datetimeFigureOut">
              <a:rPr lang="en-IE" smtClean="0"/>
              <a:t>14/01/2026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662791-623A-44E9-246A-7342C0DE0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49D1B-4C72-76DC-7BED-56DF8BCC9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C699-C759-48DD-98B3-9FF8BF5BDDF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61788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7453F-EDC8-ED66-22F1-E1AA1394F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559D2C-DD4D-F815-FB7A-6C7D4F57F0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D3EAF-31D3-5A4F-936A-6D176C570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EAE4B-7CCD-44D5-8B66-978E65139741}" type="datetimeFigureOut">
              <a:rPr lang="en-IE" smtClean="0"/>
              <a:t>14/01/2026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C7B62B-7162-D5B3-B450-DDD780FEC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CD6E02-5A07-D413-4A98-10F0397A1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C699-C759-48DD-98B3-9FF8BF5BDDF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98028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CF15F-5C1E-BC1C-929C-B2ABD5C33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B44B7-79EE-E63E-7CA2-F2B3424D7B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A118B9-1CC9-629F-BA73-10AFAE2304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F32315-9F58-2F32-DC3B-CA8C7CE04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EAE4B-7CCD-44D5-8B66-978E65139741}" type="datetimeFigureOut">
              <a:rPr lang="en-IE" smtClean="0"/>
              <a:t>14/01/2026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3D7228-2D3E-F78F-A03D-02F03C049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F280A5-6CB8-FB35-BF44-625B6B07A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C699-C759-48DD-98B3-9FF8BF5BDDF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84990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13A9B-45B6-3346-21B9-E1348EDE4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6CCD7D-CC8D-1D8A-E2BE-178E42E45D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9B31EB-B673-247A-FCE2-98ACD86E48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2E2A23-FDAD-D95C-BD9B-F14869E33F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2624EB-841F-2ACA-FEE4-963C939F3C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141E7B-A949-75FC-1FEA-0942CF7DF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EAE4B-7CCD-44D5-8B66-978E65139741}" type="datetimeFigureOut">
              <a:rPr lang="en-IE" smtClean="0"/>
              <a:t>14/01/2026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F4C64D-C4CD-2993-FD37-75B98BA4A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1D7C10-54C1-96FC-12E6-709442C0E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C699-C759-48DD-98B3-9FF8BF5BDDF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13844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417F3-B797-CEA2-81E5-1B803DF17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B858F3-C7DD-417A-00BE-B23EADA9D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EAE4B-7CCD-44D5-8B66-978E65139741}" type="datetimeFigureOut">
              <a:rPr lang="en-IE" smtClean="0"/>
              <a:t>14/01/2026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71D37A-CF59-6461-2E0B-0C2AA62CB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167D79-A898-54E6-BFFF-C862AD8E6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C699-C759-48DD-98B3-9FF8BF5BDDF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36587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D73E4C-3092-2006-BF2F-0755751FA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EAE4B-7CCD-44D5-8B66-978E65139741}" type="datetimeFigureOut">
              <a:rPr lang="en-IE" smtClean="0"/>
              <a:t>14/01/2026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E4B27C-116E-0A1A-E7BD-F8DEA181D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DBDC9D-4194-0619-A13F-EB8F253D8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C699-C759-48DD-98B3-9FF8BF5BDDF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83064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5516-7CF3-9600-E79F-68A7A2BF7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56315-BEA0-079F-E006-43A009846E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27ADDA-8A7D-DA8A-7988-B3E09F7E94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408405-1EFF-E03D-8E34-BA0D4986B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EAE4B-7CCD-44D5-8B66-978E65139741}" type="datetimeFigureOut">
              <a:rPr lang="en-IE" smtClean="0"/>
              <a:t>14/01/2026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DD0C6A-7EA5-6A07-A1F2-9F544EC01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90A0A7-74CD-24A8-D108-32765E538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C699-C759-48DD-98B3-9FF8BF5BDDF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79113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3565F-D2E8-E563-AE11-3D2C1ED62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84CB29-F895-5832-1B88-F9DB80F46E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6CAC65-DEA5-FE22-ACDA-43FF72959B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12080B-5A0B-A092-272E-5A1A63225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EAE4B-7CCD-44D5-8B66-978E65139741}" type="datetimeFigureOut">
              <a:rPr lang="en-IE" smtClean="0"/>
              <a:t>14/01/2026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BFB249-B13E-126F-5261-F520084CB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E79695-D78D-3CDE-A7D8-3B3BF3F0C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C699-C759-48DD-98B3-9FF8BF5BDDF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75844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2D485-AC87-DCAC-6870-DE17A044B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FC4272-740F-5F7A-EC62-0E57CFEF1E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B0B65-5BAE-FB9D-BE23-2918AC9A7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EAE4B-7CCD-44D5-8B66-978E65139741}" type="datetimeFigureOut">
              <a:rPr lang="en-IE" smtClean="0"/>
              <a:t>14/01/2026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ED6C4-A222-47E0-B3DA-D40A4C4CD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BD02A0-D53F-2C05-35E6-4A8CA160C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C699-C759-48DD-98B3-9FF8BF5BDDF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85002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0BA51B-16DB-33AB-742A-A04C087D49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E0F66F-E169-43BB-554B-1722BCAF27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BF593-0072-0842-9801-D281BC166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EAE4B-7CCD-44D5-8B66-978E65139741}" type="datetimeFigureOut">
              <a:rPr lang="en-IE" smtClean="0"/>
              <a:t>14/01/2026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A738C6-6F04-9B0D-36E7-36F666F38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88778C-B13C-3BA0-4832-BDA89E18C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C699-C759-48DD-98B3-9FF8BF5BDDF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78974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6B935E-6384-5A9D-E379-5E1E1B8D5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38DCCC-6187-306F-7984-8B01B0BBE7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6B737-CCEF-9CCC-43DC-433DBD6F36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2EAE4B-7CCD-44D5-8B66-978E65139741}" type="datetimeFigureOut">
              <a:rPr lang="en-IE" smtClean="0"/>
              <a:t>14/01/2026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6C66F-314A-0DB8-E44E-BC8A2EA411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03B6B-68F0-3C77-BACA-2903655A80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FBC699-C759-48DD-98B3-9FF8BF5BDDF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57419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7895A40-19A4-42D6-9D30-DBC1E8002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F429C4-ABC9-46FC-818A-B5429CDE4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270325" y="3369273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EF98E4-3709-4952-8F42-2305CCE34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74475" y="1040470"/>
            <a:ext cx="6858003" cy="47770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0BCCF5-D685-47FF-B675-647EAEB72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7914" y="857786"/>
            <a:ext cx="11067024" cy="52089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6A28A0-C675-4DEC-5E2A-501115F924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7689" y="3071183"/>
            <a:ext cx="9910296" cy="2590027"/>
          </a:xfrm>
        </p:spPr>
        <p:txBody>
          <a:bodyPr anchor="t">
            <a:normAutofit/>
          </a:bodyPr>
          <a:lstStyle/>
          <a:p>
            <a:pPr algn="l"/>
            <a:r>
              <a:rPr lang="en-IE" sz="8000" noProof="0" dirty="0"/>
              <a:t>Power Electronics For The Geec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106971-10A8-5B8A-CC79-755878E123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7688" y="1553518"/>
            <a:ext cx="9910295" cy="1281733"/>
          </a:xfrm>
        </p:spPr>
        <p:txBody>
          <a:bodyPr anchor="b">
            <a:normAutofit/>
          </a:bodyPr>
          <a:lstStyle/>
          <a:p>
            <a:pPr algn="l"/>
            <a:r>
              <a:rPr lang="en-IE" noProof="0" dirty="0"/>
              <a:t>Conor Farrell </a:t>
            </a:r>
            <a:br>
              <a:rPr lang="en-IE" noProof="0" dirty="0"/>
            </a:br>
            <a:r>
              <a:rPr lang="en-IE" noProof="0" dirty="0"/>
              <a:t>2025-2026</a:t>
            </a:r>
          </a:p>
          <a:p>
            <a:pPr algn="l"/>
            <a:r>
              <a:rPr lang="en-IE" dirty="0"/>
              <a:t>MECE - 21359763</a:t>
            </a:r>
            <a:endParaRPr lang="en-IE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EE8A42-107A-4D4C-8D56-BBAE95C7F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524009" y="3366125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424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7F4D06-013C-91E5-960E-71F1ACBDC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IE" sz="480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Project Overview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noProof="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9E52B-2D06-7E33-5FDE-8AA4DB874DDC}"/>
              </a:ext>
            </a:extLst>
          </p:cNvPr>
          <p:cNvSpPr>
            <a:spLocks/>
          </p:cNvSpPr>
          <p:nvPr/>
        </p:nvSpPr>
        <p:spPr>
          <a:xfrm>
            <a:off x="793661" y="2599509"/>
            <a:ext cx="4530898" cy="3639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8608" indent="-228600">
              <a:lnSpc>
                <a:spcPct val="90000"/>
              </a:lnSpc>
              <a:spcAft>
                <a:spcPts val="606"/>
              </a:spcAft>
              <a:buFont typeface="Arial" panose="020B0604020202020204" pitchFamily="34" charset="0"/>
              <a:buChar char="•"/>
            </a:pPr>
            <a:r>
              <a:rPr lang="en-IE" sz="1700" noProof="0" dirty="0"/>
              <a:t>The GEEC (Galway Energy Efficient Car) is a participant in the Shell Eco Marathon.</a:t>
            </a:r>
          </a:p>
          <a:p>
            <a:pPr marL="288608" indent="-228600">
              <a:lnSpc>
                <a:spcPct val="90000"/>
              </a:lnSpc>
              <a:spcAft>
                <a:spcPts val="606"/>
              </a:spcAft>
              <a:buFont typeface="Arial" panose="020B0604020202020204" pitchFamily="34" charset="0"/>
              <a:buChar char="•"/>
            </a:pPr>
            <a:r>
              <a:rPr lang="en-IE" sz="1700" noProof="0" dirty="0"/>
              <a:t>It’s entered in the prototype lithium-ion class.</a:t>
            </a:r>
          </a:p>
          <a:p>
            <a:pPr marL="288608" indent="-228600">
              <a:lnSpc>
                <a:spcPct val="90000"/>
              </a:lnSpc>
              <a:spcAft>
                <a:spcPts val="606"/>
              </a:spcAft>
              <a:buFont typeface="Arial" panose="020B0604020202020204" pitchFamily="34" charset="0"/>
              <a:buChar char="•"/>
            </a:pPr>
            <a:r>
              <a:rPr lang="en-IE" sz="1700" noProof="0" dirty="0"/>
              <a:t>The highest score GEEC achieved was 354km/kWh or 23c to drive from here to Dublin.</a:t>
            </a:r>
          </a:p>
          <a:p>
            <a:pPr>
              <a:lnSpc>
                <a:spcPct val="90000"/>
              </a:lnSpc>
              <a:spcAft>
                <a:spcPts val="606"/>
              </a:spcAft>
            </a:pPr>
            <a:endParaRPr lang="en-IE" sz="1700" noProof="0" dirty="0"/>
          </a:p>
          <a:p>
            <a:pPr>
              <a:lnSpc>
                <a:spcPct val="90000"/>
              </a:lnSpc>
              <a:spcAft>
                <a:spcPts val="606"/>
              </a:spcAft>
            </a:pPr>
            <a:r>
              <a:rPr lang="en-IE" sz="1700" b="1" noProof="0" dirty="0"/>
              <a:t>Power Electronics Requirements:</a:t>
            </a:r>
          </a:p>
          <a:p>
            <a:pPr marL="285750" indent="-228600">
              <a:lnSpc>
                <a:spcPct val="90000"/>
              </a:lnSpc>
              <a:spcAft>
                <a:spcPts val="606"/>
              </a:spcAft>
              <a:buFont typeface="Arial" panose="020B0604020202020204" pitchFamily="34" charset="0"/>
              <a:buChar char="•"/>
            </a:pPr>
            <a:r>
              <a:rPr lang="en-IE" sz="1700" noProof="0" dirty="0"/>
              <a:t>Drive an Electric Motor. </a:t>
            </a:r>
          </a:p>
          <a:p>
            <a:pPr marL="285750" indent="-228600">
              <a:lnSpc>
                <a:spcPct val="90000"/>
              </a:lnSpc>
              <a:spcAft>
                <a:spcPts val="606"/>
              </a:spcAft>
              <a:buFont typeface="Arial" panose="020B0604020202020204" pitchFamily="34" charset="0"/>
              <a:buChar char="•"/>
            </a:pPr>
            <a:r>
              <a:rPr lang="en-IE" sz="1700" noProof="0" dirty="0"/>
              <a:t>Take Throttle input from the driver</a:t>
            </a:r>
          </a:p>
          <a:p>
            <a:pPr marL="285750" indent="-228600">
              <a:lnSpc>
                <a:spcPct val="90000"/>
              </a:lnSpc>
              <a:spcAft>
                <a:spcPts val="606"/>
              </a:spcAft>
              <a:buFont typeface="Arial" panose="020B0604020202020204" pitchFamily="34" charset="0"/>
              <a:buChar char="•"/>
            </a:pPr>
            <a:r>
              <a:rPr lang="en-IE" sz="1700" b="1" noProof="0" dirty="0"/>
              <a:t>Fail Safe</a:t>
            </a:r>
          </a:p>
        </p:txBody>
      </p:sp>
      <p:pic>
        <p:nvPicPr>
          <p:cNvPr id="23" name="Picture 22" descr="GEEC Logo">
            <a:extLst>
              <a:ext uri="{FF2B5EF4-FFF2-40B4-BE49-F238E27FC236}">
                <a16:creationId xmlns:a16="http://schemas.microsoft.com/office/drawing/2014/main" id="{688FB9D6-2040-92B5-F759-6EE36DBDE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532" y="3259819"/>
            <a:ext cx="5150277" cy="2163116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noProof="0" dirty="0"/>
          </a:p>
        </p:txBody>
      </p:sp>
    </p:spTree>
    <p:extLst>
      <p:ext uri="{BB962C8B-B14F-4D97-AF65-F5344CB8AC3E}">
        <p14:creationId xmlns:p14="http://schemas.microsoft.com/office/powerpoint/2010/main" val="718259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796C2B-897B-B477-256B-1AF9F4E71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kern="1200" noProof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Current Power Electronics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A67DB3-44E2-D90B-B0B3-1F8353471F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5066" y="2031101"/>
            <a:ext cx="4282984" cy="35119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/>
              <a:t>Inflexible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 noProof="0" dirty="0"/>
              <a:t>Obsolete Components</a:t>
            </a:r>
            <a:endParaRPr lang="en-US" sz="1800" dirty="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 noProof="0" dirty="0"/>
              <a:t>2 Layer Design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/>
              <a:t>Large Loop Area, resulting in LC resonator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/>
              <a:t>Field Modifications</a:t>
            </a:r>
            <a:endParaRPr lang="en-US" sz="1800" noProof="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E29A44-3546-F7F0-4478-88BF74F4C1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951620" y="1600694"/>
            <a:ext cx="5793126" cy="3258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198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noProof="0" dirty="0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DE2AEB3-4281-2A09-EA51-8500CFE80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IE" sz="4000" noProof="0" dirty="0"/>
              <a:t>The Project Scope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DE81944-A0F8-4C4B-BF66-1793202295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4" b="-2"/>
          <a:stretch>
            <a:fillRect/>
          </a:stretch>
        </p:blipFill>
        <p:spPr>
          <a:xfrm>
            <a:off x="908304" y="2478024"/>
            <a:ext cx="6009855" cy="3694176"/>
          </a:xfrm>
          <a:prstGeom prst="rect">
            <a:avLst/>
          </a:prstGeom>
        </p:spPr>
      </p:pic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052513C-6423-5F7C-59D1-40667CCD5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1453" y="2478024"/>
            <a:ext cx="3872243" cy="369417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E" sz="1800" b="1" u="sng" noProof="0" dirty="0"/>
              <a:t>Semester 1:</a:t>
            </a:r>
            <a:br>
              <a:rPr lang="en-IE" sz="1800" noProof="0" dirty="0"/>
            </a:br>
            <a:r>
              <a:rPr lang="en-IE" sz="1800" noProof="0" dirty="0"/>
              <a:t>Power Electronics</a:t>
            </a:r>
          </a:p>
          <a:p>
            <a:pPr>
              <a:buFontTx/>
              <a:buChar char="-"/>
            </a:pPr>
            <a:r>
              <a:rPr lang="en-IE" sz="1800" noProof="0" dirty="0"/>
              <a:t>4 layer SMD </a:t>
            </a:r>
          </a:p>
          <a:p>
            <a:pPr>
              <a:buFontTx/>
              <a:buChar char="-"/>
            </a:pPr>
            <a:r>
              <a:rPr lang="en-IE" sz="1800" noProof="0" dirty="0"/>
              <a:t>Full isolation</a:t>
            </a:r>
            <a:br>
              <a:rPr lang="en-IE" sz="1800" noProof="0" dirty="0"/>
            </a:br>
            <a:endParaRPr lang="en-IE" sz="1800" noProof="0" dirty="0"/>
          </a:p>
          <a:p>
            <a:pPr marL="0" indent="0">
              <a:buNone/>
            </a:pPr>
            <a:r>
              <a:rPr lang="en-IE" sz="1800" b="1" u="sng" noProof="0" dirty="0"/>
              <a:t>Semester 2:</a:t>
            </a:r>
          </a:p>
          <a:p>
            <a:pPr marL="0" indent="0">
              <a:buNone/>
            </a:pPr>
            <a:r>
              <a:rPr lang="en-IE" sz="1800" noProof="0" dirty="0"/>
              <a:t>Power Controller</a:t>
            </a:r>
            <a:endParaRPr lang="en-IE" sz="1400" noProof="0" dirty="0"/>
          </a:p>
          <a:p>
            <a:pPr>
              <a:buFontTx/>
              <a:buChar char="-"/>
            </a:pPr>
            <a:r>
              <a:rPr lang="en-IE" sz="1800" noProof="0" dirty="0"/>
              <a:t>2 layer THT </a:t>
            </a:r>
          </a:p>
          <a:p>
            <a:pPr>
              <a:buFontTx/>
              <a:buChar char="-"/>
            </a:pPr>
            <a:r>
              <a:rPr lang="en-IE" sz="1800" noProof="0" dirty="0"/>
              <a:t>Closed Loop Feedback</a:t>
            </a:r>
          </a:p>
        </p:txBody>
      </p:sp>
    </p:spTree>
    <p:extLst>
      <p:ext uri="{BB962C8B-B14F-4D97-AF65-F5344CB8AC3E}">
        <p14:creationId xmlns:p14="http://schemas.microsoft.com/office/powerpoint/2010/main" val="2711382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704A7E-7F2D-A5C2-6C26-A312319E3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IE" sz="3600" noProof="0" dirty="0"/>
              <a:t>Brushless Motors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D1E54-908B-530F-8213-9849D67632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r>
              <a:rPr lang="en-IE" sz="1800" noProof="0" dirty="0"/>
              <a:t>Previous Projects Investigated Brushless Controllers &amp; 48V control</a:t>
            </a:r>
          </a:p>
          <a:p>
            <a:r>
              <a:rPr lang="en-IE" sz="1800" noProof="0" dirty="0"/>
              <a:t>Theoretical Calculations show worse performance ~2%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noProof="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noProof="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noProof="0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957E24E0-F01E-F6A3-C28E-A225EDC8990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79798323"/>
              </p:ext>
            </p:extLst>
          </p:nvPr>
        </p:nvGraphicFramePr>
        <p:xfrm>
          <a:off x="5987738" y="650494"/>
          <a:ext cx="5628018" cy="53241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9771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noProof="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 noProof="0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 noProof="0" dirty="0"/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5D8F8D-3AF0-6A61-9FC5-10B875D25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IE" sz="4000" noProof="0" dirty="0"/>
              <a:t>Current Control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CF673-16E1-16B9-EEE1-BD63BC5275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55715" y="2508105"/>
            <a:ext cx="5040285" cy="363249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IE" sz="2000" noProof="0" dirty="0"/>
              <a:t>Hardware Limiting:</a:t>
            </a:r>
          </a:p>
          <a:p>
            <a:pPr lvl="1" indent="-228600">
              <a:buFont typeface="Arial" panose="020B0604020202020204" pitchFamily="34" charset="0"/>
              <a:buChar char="•"/>
            </a:pPr>
            <a:r>
              <a:rPr lang="en-IE" sz="2000" noProof="0" dirty="0"/>
              <a:t>Cycle-by-Cycle (10-30kHz)</a:t>
            </a:r>
          </a:p>
          <a:p>
            <a:pPr lvl="1" indent="-228600">
              <a:buFont typeface="Arial" panose="020B0604020202020204" pitchFamily="34" charset="0"/>
              <a:buChar char="•"/>
            </a:pPr>
            <a:r>
              <a:rPr lang="en-IE" sz="2000" noProof="0" dirty="0"/>
              <a:t>Latching</a:t>
            </a:r>
          </a:p>
          <a:p>
            <a:pPr lvl="1" indent="-228600">
              <a:buFont typeface="Arial" panose="020B0604020202020204" pitchFamily="34" charset="0"/>
              <a:buChar char="•"/>
            </a:pPr>
            <a:endParaRPr lang="en-IE" sz="2000" noProof="0" dirty="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IE" sz="2200" noProof="0" dirty="0"/>
              <a:t>Software Control:</a:t>
            </a:r>
            <a:endParaRPr lang="en-IE" sz="2000" noProof="0" dirty="0"/>
          </a:p>
          <a:p>
            <a:pPr lvl="1" indent="-228600">
              <a:buFont typeface="Arial" panose="020B0604020202020204" pitchFamily="34" charset="0"/>
              <a:buChar char="•"/>
            </a:pPr>
            <a:r>
              <a:rPr lang="en-IE" sz="2000" noProof="0" dirty="0"/>
              <a:t>~10Hz</a:t>
            </a:r>
          </a:p>
          <a:p>
            <a:pPr lvl="1" indent="-228600">
              <a:buFont typeface="Arial" panose="020B0604020202020204" pitchFamily="34" charset="0"/>
              <a:buChar char="•"/>
            </a:pPr>
            <a:r>
              <a:rPr lang="en-IE" sz="2000" dirty="0"/>
              <a:t>PID loop</a:t>
            </a:r>
            <a:endParaRPr lang="en-IE" sz="2000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20DB9B-7CAE-C6CF-3BE5-DB32A2D118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7764" y="774285"/>
            <a:ext cx="3866926" cy="2581173"/>
          </a:xfrm>
          <a:prstGeom prst="rect">
            <a:avLst/>
          </a:prstGeom>
        </p:spPr>
      </p:pic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444E0CF5-C511-7E57-50A6-52B710595C0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" r="-2038"/>
          <a:stretch>
            <a:fillRect/>
          </a:stretch>
        </p:blipFill>
        <p:spPr>
          <a:xfrm>
            <a:off x="6946667" y="4069579"/>
            <a:ext cx="4389120" cy="1592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462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6E0A3E-C835-3243-76DC-876D770E6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57200"/>
            <a:ext cx="4343400" cy="19293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IE" sz="4800" noProof="0" dirty="0"/>
              <a:t>Simulation</a:t>
            </a:r>
          </a:p>
        </p:txBody>
      </p:sp>
      <p:sp>
        <p:nvSpPr>
          <p:cNvPr id="1033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rgbClr val="00B0F0"/>
          </a:solidFill>
          <a:ln w="41275" cap="rnd">
            <a:solidFill>
              <a:srgbClr val="00B0F0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B4FFE9-18FD-1685-3D8C-AF9629FB1D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82767" y="644652"/>
            <a:ext cx="6007608" cy="192938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IE" sz="2200" noProof="0" dirty="0"/>
              <a:t>Closed Loop Current Control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IE" sz="2200" noProof="0" dirty="0"/>
              <a:t>Variable Current Limit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4ACF582-CD69-5838-C700-959DE425E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2495550"/>
            <a:ext cx="4450956" cy="3943350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A0C5F94-350C-2017-754A-387CD48CF1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1892" y="3218688"/>
            <a:ext cx="6756627" cy="3218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168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noProof="0" dirty="0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E24F0E-3979-3627-D99A-A51B9DE47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IE" sz="4000" noProof="0" dirty="0"/>
              <a:t>Testing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D4F4D651-23F1-FAD7-A6E0-7055DB1D74F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5" r="2" b="1218"/>
          <a:stretch>
            <a:fillRect/>
          </a:stretch>
        </p:blipFill>
        <p:spPr>
          <a:xfrm>
            <a:off x="908304" y="2478024"/>
            <a:ext cx="6009855" cy="369417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16C5AA-EE53-DB23-87FD-A6ABB081A2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411453" y="2478024"/>
            <a:ext cx="3872243" cy="36941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IE" sz="1800" noProof="0" dirty="0">
                <a:solidFill>
                  <a:srgbClr val="A35D00"/>
                </a:solidFill>
              </a:rPr>
              <a:t>Orange</a:t>
            </a:r>
            <a:r>
              <a:rPr lang="en-IE" sz="1800" noProof="0" dirty="0"/>
              <a:t>: AD8411A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IE" sz="1800" noProof="0" dirty="0">
                <a:solidFill>
                  <a:srgbClr val="146600"/>
                </a:solidFill>
              </a:rPr>
              <a:t>Green</a:t>
            </a:r>
            <a:r>
              <a:rPr lang="en-IE" sz="1800" noProof="0" dirty="0"/>
              <a:t>: ADuM3190</a:t>
            </a:r>
            <a:br>
              <a:rPr lang="en-IE" sz="1800" noProof="0" dirty="0"/>
            </a:br>
            <a:br>
              <a:rPr lang="en-IE" sz="1800" noProof="0" dirty="0"/>
            </a:br>
            <a:r>
              <a:rPr lang="en-IE" sz="1800" noProof="0" dirty="0"/>
              <a:t>Expected A</a:t>
            </a:r>
            <a:r>
              <a:rPr lang="en-IE" sz="1800" baseline="-25000" noProof="0" dirty="0"/>
              <a:t>V</a:t>
            </a:r>
            <a:r>
              <a:rPr lang="en-IE" sz="1800" noProof="0" dirty="0"/>
              <a:t>: 	1</a:t>
            </a:r>
            <a:br>
              <a:rPr lang="en-IE" sz="1800" noProof="0" dirty="0"/>
            </a:br>
            <a:r>
              <a:rPr lang="en-IE" sz="1800" noProof="0" dirty="0"/>
              <a:t>Actual A</a:t>
            </a:r>
            <a:r>
              <a:rPr lang="en-IE" sz="1800" baseline="-25000" noProof="0" dirty="0"/>
              <a:t>V</a:t>
            </a:r>
            <a:r>
              <a:rPr lang="en-IE" sz="1800" noProof="0" dirty="0"/>
              <a:t>:	 0.33</a:t>
            </a:r>
            <a:br>
              <a:rPr lang="en-IE" sz="1800" noProof="0" dirty="0"/>
            </a:br>
            <a:endParaRPr lang="en-IE" sz="1800" noProof="0" dirty="0"/>
          </a:p>
          <a:p>
            <a:r>
              <a:rPr lang="en-IE" sz="1800" noProof="0" dirty="0"/>
              <a:t>Solution: Op-Amp (A</a:t>
            </a:r>
            <a:r>
              <a:rPr lang="en-IE" sz="1800" baseline="-25000" noProof="0" dirty="0"/>
              <a:t>V</a:t>
            </a:r>
            <a:r>
              <a:rPr lang="en-IE" sz="1800" noProof="0" dirty="0"/>
              <a:t> 2) and 800kHz low pass filter on Power Controller.</a:t>
            </a:r>
          </a:p>
        </p:txBody>
      </p:sp>
    </p:spTree>
    <p:extLst>
      <p:ext uri="{BB962C8B-B14F-4D97-AF65-F5344CB8AC3E}">
        <p14:creationId xmlns:p14="http://schemas.microsoft.com/office/powerpoint/2010/main" val="478216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A4B700-BA1E-83C7-02A7-5EB7C1AF4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IE" sz="360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Protection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D42CA6-0DF8-B61D-2471-993ADC08D1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5066" y="2031101"/>
            <a:ext cx="4282984" cy="211887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IE" sz="1800" dirty="0"/>
              <a:t>Low power digital and analogue isolators.</a:t>
            </a:r>
          </a:p>
          <a:p>
            <a:pPr lvl="1" indent="-228600">
              <a:buFont typeface="Arial" panose="020B0604020202020204" pitchFamily="34" charset="0"/>
              <a:buChar char="•"/>
            </a:pPr>
            <a:r>
              <a:rPr lang="en-IE" sz="1600" noProof="0" dirty="0"/>
              <a:t>Consumes 46mW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IE" sz="1800" dirty="0"/>
              <a:t>TVS Diodes to shunt 15A at 38V</a:t>
            </a:r>
            <a:endParaRPr lang="en-IE" sz="1800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noProof="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noProof="0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DEA16871-27A4-C7F5-9098-190B2F3BE37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61" b="-1354"/>
          <a:stretch>
            <a:fillRect/>
          </a:stretch>
        </p:blipFill>
        <p:spPr>
          <a:xfrm>
            <a:off x="5753215" y="1522368"/>
            <a:ext cx="6072128" cy="3812627"/>
          </a:xfrm>
          <a:prstGeom prst="rect">
            <a:avLst/>
          </a:prstGeom>
        </p:spPr>
      </p:pic>
      <p:pic>
        <p:nvPicPr>
          <p:cNvPr id="4102" name="Picture 6" descr="SMCJ30 | SMCJ Series Surface Mount | Littelfuse">
            <a:extLst>
              <a:ext uri="{FF2B5EF4-FFF2-40B4-BE49-F238E27FC236}">
                <a16:creationId xmlns:a16="http://schemas.microsoft.com/office/drawing/2014/main" id="{2AE3EE10-E2E5-6158-2A18-C10534DC03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02" t="20616" r="15553" b="15418"/>
          <a:stretch>
            <a:fillRect/>
          </a:stretch>
        </p:blipFill>
        <p:spPr bwMode="auto">
          <a:xfrm>
            <a:off x="1549060" y="3697710"/>
            <a:ext cx="2158306" cy="1988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3912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noProof="0" dirty="0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D24DF6-77F7-4954-9063-FDD083337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IE" sz="4000" noProof="0" dirty="0"/>
              <a:t>Schematic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62F977-E87C-6A4D-1524-8E8D9703F7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47369" y="2478023"/>
            <a:ext cx="3872243" cy="36941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IE" sz="1800" noProof="0" dirty="0"/>
              <a:t>Half Bridge Design</a:t>
            </a:r>
          </a:p>
          <a:p>
            <a:pPr lvl="1" indent="-228600">
              <a:buFont typeface="Arial" panose="020B0604020202020204" pitchFamily="34" charset="0"/>
              <a:buChar char="•"/>
            </a:pPr>
            <a:r>
              <a:rPr lang="en-IE" sz="1600" noProof="0" dirty="0"/>
              <a:t>40 10µF MLCC Capacitors &amp; 3 4.7mF Electrolytic Capacitors</a:t>
            </a:r>
          </a:p>
          <a:p>
            <a:pPr lvl="1" indent="-228600">
              <a:buFont typeface="Arial" panose="020B0604020202020204" pitchFamily="34" charset="0"/>
              <a:buChar char="•"/>
            </a:pPr>
            <a:r>
              <a:rPr lang="en-IE" sz="1600" noProof="0" dirty="0"/>
              <a:t>Redundant MOSFETS for easy Replacement</a:t>
            </a:r>
          </a:p>
          <a:p>
            <a:pPr lvl="1" indent="-228600">
              <a:buFont typeface="Arial" panose="020B0604020202020204" pitchFamily="34" charset="0"/>
              <a:buChar char="•"/>
            </a:pPr>
            <a:r>
              <a:rPr lang="en-IE" sz="1600" noProof="0" dirty="0"/>
              <a:t>TVS Diodes Capable of shunting 15A @ 38V </a:t>
            </a:r>
          </a:p>
          <a:p>
            <a:pPr lvl="1" indent="-228600">
              <a:buFont typeface="Arial" panose="020B0604020202020204" pitchFamily="34" charset="0"/>
              <a:buChar char="•"/>
            </a:pPr>
            <a:r>
              <a:rPr lang="en-IE" sz="1600" noProof="0" dirty="0"/>
              <a:t>Indicator LED with removable jumper.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101CB1-67E8-6E5C-22F4-2CD1C8712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917" y="2137600"/>
            <a:ext cx="7075535" cy="4375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786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noProof="0" dirty="0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C676D0-89F5-410D-D053-9D7CF3C8F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IE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PCB Design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noProof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noProof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6D90F3-106C-D960-C7E2-C075EF8197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51164" y="586822"/>
            <a:ext cx="6002636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IE" sz="1800" noProof="0" dirty="0"/>
              <a:t>4 Layer Board, Isolated Ground planes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IE" sz="1800" noProof="0" dirty="0"/>
              <a:t>Via Stitching on High current planes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IE" sz="1800" noProof="0" dirty="0"/>
              <a:t>Minimisation of loop area and change in loop area</a:t>
            </a:r>
          </a:p>
          <a:p>
            <a:r>
              <a:rPr lang="en-IE" sz="1800" i="1" noProof="0" dirty="0"/>
              <a:t>Preliminary Design</a:t>
            </a:r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1A68B932-A94E-4288-3E6B-77AC12F09F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E" noProof="0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8FCC985-7F65-FA3A-6427-40C4C7BB0CFE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A9E2E7-3D0B-5939-0689-23CDA9459C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0" b="480"/>
          <a:stretch/>
        </p:blipFill>
        <p:spPr>
          <a:xfrm>
            <a:off x="1978955" y="2387383"/>
            <a:ext cx="7742561" cy="4032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306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2F687420-BEB4-45CD-8226-339BE553B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65A78C-E926-6869-2F89-7109875D7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/>
              <a:t>This Semester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AB34208A-8495-EF62-2C53-5158F27D3C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5063" y="2161286"/>
            <a:ext cx="4282984" cy="3511943"/>
          </a:xfr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/>
              <a:t>Design Power Controller Board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800" dirty="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/>
              <a:t>Assist in Design of DAQ Board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800" dirty="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/>
              <a:t>Testing of Hardware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800" dirty="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/>
              <a:t>Implement Control System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800" dirty="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/>
              <a:t>Integrate the Design into the DAQ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800" dirty="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/>
              <a:t>Determine Performance Improvement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8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Close up of circuit board">
            <a:extLst>
              <a:ext uri="{FF2B5EF4-FFF2-40B4-BE49-F238E27FC236}">
                <a16:creationId xmlns:a16="http://schemas.microsoft.com/office/drawing/2014/main" id="{9DC02814-495E-AF72-7406-AF6794456F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36" r="25506" b="2"/>
          <a:stretch>
            <a:fillRect/>
          </a:stretch>
        </p:blipFill>
        <p:spPr>
          <a:xfrm>
            <a:off x="5987738" y="650494"/>
            <a:ext cx="5628018" cy="5324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3754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E2CC403-21CD-41DF-BAC4-329D7FF03C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8A5BA03-C5F2-2A54-127A-CB8826ECEA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828" y="1147158"/>
            <a:ext cx="6038470" cy="4713316"/>
          </a:xfrm>
        </p:spPr>
        <p:txBody>
          <a:bodyPr anchor="ctr">
            <a:normAutofit/>
          </a:bodyPr>
          <a:lstStyle/>
          <a:p>
            <a:pPr algn="l"/>
            <a:r>
              <a:rPr lang="en-IE" dirty="0"/>
              <a:t>Thanks For Listening</a:t>
            </a:r>
            <a:endParaRPr lang="en-IE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13AA5FE-3FFC-4725-9ADD-E428544EC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5431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FA70700-3F72-44D4-8175-FEB2B9B23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093C0F6-5741-4C9D-90FF-A25824BFC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21B2E1B-E962-432C-ADA1-2934CE3C5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7653717E-6F8C-43E0-9893-C03AE87D18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5BB14B4-EC3F-47C7-9AF3-B0E017B75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66160" y="391886"/>
            <a:ext cx="402901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D7E4FD3D-9C58-D772-A1EC-8D4D05F98D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30590" y="1687486"/>
            <a:ext cx="3300156" cy="3636818"/>
          </a:xfrm>
        </p:spPr>
        <p:txBody>
          <a:bodyPr anchor="ctr">
            <a:normAutofit/>
          </a:bodyPr>
          <a:lstStyle/>
          <a:p>
            <a:pPr algn="l"/>
            <a:r>
              <a:rPr lang="en-IE" dirty="0"/>
              <a:t>Any Questions?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81896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848</TotalTime>
  <Words>340</Words>
  <Application>Microsoft Office PowerPoint</Application>
  <PresentationFormat>Widescreen</PresentationFormat>
  <Paragraphs>82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Office Theme</vt:lpstr>
      <vt:lpstr>Power Electronics For The Geec</vt:lpstr>
      <vt:lpstr>Project Overview</vt:lpstr>
      <vt:lpstr>Current Power Electronics</vt:lpstr>
      <vt:lpstr>The Project Scope</vt:lpstr>
      <vt:lpstr>Brushless Motors</vt:lpstr>
      <vt:lpstr>Current Control</vt:lpstr>
      <vt:lpstr>Simulation</vt:lpstr>
      <vt:lpstr>Testing</vt:lpstr>
      <vt:lpstr>Protection</vt:lpstr>
      <vt:lpstr>Schematic</vt:lpstr>
      <vt:lpstr>PCB Design</vt:lpstr>
      <vt:lpstr>This Semester</vt:lpstr>
      <vt:lpstr>Thanks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Farrell, Conor</dc:creator>
  <cp:lastModifiedBy>conor farrell</cp:lastModifiedBy>
  <cp:revision>7</cp:revision>
  <dcterms:created xsi:type="dcterms:W3CDTF">2026-01-05T13:32:47Z</dcterms:created>
  <dcterms:modified xsi:type="dcterms:W3CDTF">2026-01-14T15:57:10Z</dcterms:modified>
</cp:coreProperties>
</file>